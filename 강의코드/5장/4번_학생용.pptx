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750" r:id="rId5"/>
    <p:sldId id="751" r:id="rId6"/>
    <p:sldId id="752" r:id="rId7"/>
    <p:sldId id="75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3:07:29.4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7271 3395 12011,'-10'6'1317,"0"0"1,1 1-1,0 0 0,-14 14 0,13-10-437,-1-2-1,-18 14 1,-27 13-577,-20 14-230,-125 60 0,87-62 481,-2-6 0,-157 35 1,-252 28 1496,346-73-1724,-442 70 136,-7-57 61,342-51 402,-287-42 1,341 13-447,0-10 1,-414-139-1,382 80-377,4-11 0,-455-277 1,606 323-99,4-5 0,3-5 1,3-4-1,4-4 0,-154-185 1,53 4-67,164 218 15,3-2 0,3-1-1,-33-89 1,45 97-46,1 0-1,2-1 1,2-1 0,2 0-1,3 0 1,1 0-1,2-1 1,3 1 0,1 0-1,3 0 1,2 0-1,23-79 1,-9 62-126,2 1 0,4 1 0,2 2 0,2 0 1,76-101-1,-69 112 32,1 3 1,2 1-1,2 2 1,2 2 0,2 2-1,88-54 1,-22 28-202,3 6 0,2 5 1,222-69-1,-186 82-151,2 6 0,276-25 1,699 35-179,-908 33 385,-1 10 0,0 10 0,-2 9 0,371 113 0,-391-81 242,-3 8 0,-4 9 0,-3 8 0,-5 8 0,191 139 0,109 144 27,-360-269 45,180 212 0,-252-260 20,-2 2 0,46 85 0,-77-116 18,-1 0-1,-3 2 1,0 0 0,-3 1 0,-2 1 0,7 44 0,-15-59 46,-1 1 0,-2 0 0,-1-1 0,-1 1-1,-1 0 1,-2-1 0,-8 33 0,2-25 61,-1-1 0,-2 0 0,-2-1 0,-1-1 0,-23 36 0,0-10-18,-3-2 0,-2-1 0,-2-3 0,-3-2 0,-59 48 0,-10-3-2125,-169 102 1,219-158-689,-1-3 0,-74 28 0,117-53 1824,-72 25-2480,-5-15 26,88-20 2897,-81 17-1673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3:07:30.6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280 0 15246,'0'3'4682,"3"28"2103,2-22-7249,3 1 241,0 0 1,0 1 0,-1 0-1,0 1 1,-1-1 0,0 1-1,-1 1 1,0-1-1,-1 1 1,3 16 0,-5-19 273,-1-1 1,0 1 0,-1 0 0,0-1 0,0 1-1,-1 0 1,0-1 0,-1 1 0,0 0 0,0-1-1,-1 0 1,0 0 0,-1 0 0,0 0 0,-8 13-1,-11 8 327,-1-1-1,-2-1 1,0-1 0,-54 42-1,25-22-738,-10 3-1486,53-40 1175,12-9 462,-1 0-1,-1 0 1,1 0-1,0 0 1,0-1-1,0 1 1,0 0-1,-1 0 0,1-1 1,0 1-1,-1-1 1,1 1-1,-2-1 1,22-6-13,0-1-1,0-1 1,-1-1 0,31-20 0,-14 8 853,-23 15-376,7-5 310,0 1-1,21-8 0,-35 16-473,0 0 0,0 1 0,1-1 0,-1 1 0,0 0-1,1 1 1,-1-1 0,1 1 0,-1 0 0,1 0 0,-1 1 0,0 0 0,9 2 0,-10-2-104,-1 1 0,0 0 0,0 0 0,-1 0 0,1 0 0,0 0 0,-1 1 0,1-1 0,-1 1 0,0-1 0,0 1 0,0 0 0,0 0 0,0 0 0,0 0 0,-1 0 0,0 0 0,1 1 0,-1-1 0,-1 0 0,1 1 0,0-1 0,-1 1-1,0-1 1,1 5 0,-1 6-92,0 0-1,-1 1 1,0-1-1,-7 27 1,3-20 93,-1 0 0,-1 0 0,-1 0 0,-1-1 0,-1 0 1,-1 0-1,0-1 0,-2-1 0,0 0 0,-1-1 0,-23 23 0,32-36 141,-1 0 0,0 0 1,-12 5-1,15-8 32,7-3-5,6-5-130,0 1 1,1 0-1,0 1 1,0 1-1,1-1 1,-1 2 0,1 0-1,-1 0 1,1 1-1,0 0 1,0 1 0,0 1-1,24 1 1,14 4-327,97 21 0,-133-22 256,-4-2 6,2 0-440,-1 0 0,0 1-1,1 0 1,-2 1 0,20 10 0,-26-12-1897,-6 3-1477,2-4 3619,-1 0 1,1 0-1,-1-1 0,0 1 1,1 0-1,-1 0 1,0 0-1,0 0 0,1 0 1,-1-1-1,0 1 1,0 0-1,0-1 0,0 1 1,0-1-1,0 1 0,0-1 1,0 1-1,0-1 1,0 0-1,0 1 0,-1-1 1,1 0-1,-1 0 1,-14 5-1765,-14 12-1691,23-16 3244,0 0 0,-1 0-1,1 0 1,-12-1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3:07:31.0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88 3940,'-10'28'3240,"4"-20"-1682,0 3 750,6-10-2203,1 0 0,-1 0 0,0 0 0,1 0 0,-1-1 0,1 1 0,-1 0 0,1 0 0,0 0-1,-1 0 1,1 0 0,0-1 0,-1 1 0,2 1 0,4 2 154,-1 0 1,1-1-1,-1 1 0,1-1 1,0 0-1,0 0 1,0-1-1,1 0 0,-1 0 1,0-1-1,10 2 1,14 1 327,37-1 1,-38-2-280,70 1-954,192-20 0,-218 9-868,0-3 0,88-28-1,-150 37 1353,0-1-1,-1-1 0,11-5 0,-19 9 205,0 0 0,0-1 0,0 1 0,0 0 0,-1 0 0,1-1 0,0 1 0,-1-1 0,1 0 0,-1 1 0,0-1 0,1 0 0,-1 0 0,0 0 0,0 0 0,0 1 0,-1-2 0,1 1 0,0 0 0,-1 0 0,1-4 0,-1 6-16,0 0 0,0-1 1,0 1-1,0 0 0,0-1 1,0 1-1,0 0 0,-1-1 1,1 1-1,0 0 0,0 0 1,0-1-1,-1 1 0,1 0 1,0 0-1,0-1 0,-1 1 1,1 0-1,0 0 0,0 0 0,-1-1 1,1 1-1,0 0 0,-1 0 1,1 0-1,0 0 0,-1 0 1,1-1-1,-14-6 84,0 1-1,0 0 0,-1 1 1,1 0-1,-1 1 1,0 1-1,0 0 1,-1 1-1,1 0 1,0 2-1,-1 0 1,1 0-1,-23 5 1,26-3-189,1 0 1,-1 1 0,1 1 0,0 0 0,0 0-1,0 1 1,1 1 0,-14 8 0,17-9 98,1 0-1,0 0 1,0 1 0,0 0 0,1 0-1,0 0 1,0 1 0,0 0-1,1-1 1,0 2 0,1-1 0,0 0-1,-3 9 1,0 7 151,1-1 1,1 1-1,0 0 0,1 31 0,7 96 460,0-37-607,-2-47-322,-1-31-991,-1 0 0,-6 49 1,-7-37-1792,11-29 1811,-1 4-547,3-21 1684,0 0 0,0-1 0,-1 1 0,1 0 0,-1-1 0,1 1 1,0 0-1,-1 0 0,1-1 0,-1 1 0,0-1 0,1 1 0,-1-1 1,0 1-1,1-1 0,-1 1 0,0-1 0,1 1 0,-1-1 0,0 0 1,0 0-1,-1 1 0,-2 0-1539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3:07:31.4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26 12652,'7'-3'1483,"0"2"0,0-1 0,0 1 0,12-1-1,22-4 2464,-28 3-3913,0 0 0,0 1 0,0 1 0,0 0 0,0 1 0,0 0 0,0 1 0,15 3 0,-23-3-112,1 0 0,-1 0 0,1 1 0,-1 0 0,1 0 0,-1 1 0,0 0 0,0 0 0,0 0 0,-1 0 0,1 1 0,-1-1 0,1 1 0,-1 0 0,-1 1 0,1-1 0,0 1 0,-1-1 0,0 1 0,0 0 0,2 6 0,-2-2 41,-1-1 0,0 1 1,0 0-1,-1 0 0,0-1 1,-1 1-1,0 0 0,0 0 0,-1 0 1,0 0-1,-1-1 0,1 1 1,-6 12-1,-2 6 134,-1-1 0,-25 46-1,-26 22-699,7-13-2427,22-28-802,-2-17-390,23-22 2455,10-12 1490,0-1 0,0 0 0,0 1 0,1-1 0,-1 0 0,0 1 0,-1-1 0,1 0 0,0 0 0,0 0 0,0 0 0,-1 0 0,1 0 0,0 0 0,-1-1 0,1 1 0,-1 0 0,1-1 0,-1 1 0,1-1 0,-1 0 0,-1 1 0,-1-1-2199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3:07:31.7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 14125,'2'-2'4239,"3"-7"-475,-3 7-2270,-1 4-1371,7 23-409,-1 0-1,-1 0 0,-2 1 1,0-1-1,0 29 1,0-13 110,27 764-860,-38-513 465,-12-102-2696,13-135 848,6-41 1009,-2 0 0,0-1 0,0 1 0,-2 0 0,-5 15-1,3-10-2235,6-19 3544,-1 1 0,1-1 0,-1 0 0,1 0 0,-1 0 0,1 0 0,-1 0 0,1 0-1,-1-1 1,0 1 0,1 0 0,-1 0 0,1 0 0,-1 0 0,1-1 0,-1 1 0,1 0 0,-1-1-1,1 1 1,0 0 0,-1-1 0,1 1 0,-1-1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3:07:32.1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7 201 11787,'-7'-49'4292,"7"13"-1121,12 18-1313,-12-4-545,12 13 193,26-3-1186,-8 12-160,14-5-128,9 5-352,5-7-833,18 7-1474,-1 5-1729,-9-18 0,7 13-32,-18-24 32,-3 14 1473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30T01:01:18.6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1,'2714'0,"-2474"19,5 0,-69-20,-145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30T01:01:52.4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1,'2104'0,"-1865"18,-8 1,27-20,-227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30T01:01:54.1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1,'8'4,"-1"0,1 0,1 0,-1-1,0 0,1-1,-1 0,1 0,0-1,0 0,15 0,-7 0,446 6,-263-10,3760 2,-3698 20,-42-1,214-16,-226-4,-177 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30T01:01:56.1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0,'2130'0,"-2100"2,0 1,49 11,-47-7,65 5,-27-11,-39-1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30T01:01:59.7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1,'8'1,"1"0,-1 0,0 1,0 1,11 3,26 8,369 34,74-18,-326-25,79 12,77 2,-65-22,196 5,-271 15,46 2,812-18,-501-3,-432 2,163 22,-140-9,0-6,129-9,-70-1,1648 3,-1798-2,0-1,45-11,-42 7,63-5,152 14,82-4,-206-15,-78 9,60-3,462 12,-541 1,0 1,44 10,37 4,-82-15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1D61B-F0F5-46D9-9E6C-61750DA3E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9BCD6F-3B86-4BDE-A69A-E84F7704A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7C3CF4-E971-4D74-BC3B-914B2CD4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4CCC1E-2BF5-4FA1-A24D-A1C4B5A99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4FA45D-A2B9-4D2D-B375-832151245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793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EE4D0-EADB-45E0-8E1A-9B74E7AB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AA7522-2E0C-41D9-BB37-60B482BB1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EEC042-EA90-49EC-93BB-C6705DD81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FF9902-3BA4-48C7-8CB2-B867EF7F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8A4DFF-947B-46E4-8CB5-EDCF53BF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120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A8EC0-3ECB-4123-A4D2-5137F725C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62DD53-CFF3-4958-9982-3E826E457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0768C2-6563-4374-B9C3-D4CE6C2C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91C244-20E6-4B8C-8AD8-8D00C050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49FD56-AB3F-437A-98A8-9ED0437CE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219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CB27C-9738-48A2-B6E1-622B4D1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99DF1B-28D5-4DAE-BC6C-6911665D5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57D05-62AB-43B4-AA6D-49CDDB11B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B2EFDB-A710-485D-98F3-E36C3F77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D9CAF5-5009-436F-9DDD-C0E168B55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867681-B751-4484-807E-1BFBB4CB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88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38692-880F-428B-A972-B2A6B91FD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6BCE62-9FE7-4F54-B2C1-4960D893F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D8140F-9B75-4F6F-BD18-C4382A68E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BEF0A5-3DDD-4E91-8542-EC91864C55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E7C72C-B840-4731-B696-C7B08BBF7F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A5457C9-85C4-4B01-81A4-72870B54A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43C6DB-E1AB-4AB3-B6C6-25BBE0A71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CE6B8EA-33A3-4203-9F5C-39681CEA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02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F6CBEB-AD85-42F5-9B17-DE1B8A71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E1EAAC-EE14-4311-9383-5CA9D73E4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56C35A-1413-46A0-8A4A-3674DB38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3E4004-E837-4A98-A91E-49DF1B8F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729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6EABF03-D9BF-4C0A-B984-1D737DE11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D49788B-DB92-4F9D-8F1C-9F753A47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EA5B40-C8D8-4292-B28E-60A9C3C4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131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62B8DC-C064-4CEF-8D15-C6C2FB62A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CDCE34-2097-4E03-9C07-2D6760E13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30046B-DED1-445A-A8F9-9E53091BB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73791A-56AA-432A-8B59-D071C50E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05E9A3-F24B-4FF0-B3DA-216176C9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3A0733-F7D0-44A0-8021-15E07903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626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07C0D-05FA-4373-89AE-A6E18E9D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F266C9-9294-457B-9381-5DAF31D57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7EA41E-4BAC-4EFA-9DC4-4E88C1AE5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552E1-C78B-45AE-9EB3-F15CC7631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D74FCE-BBF2-46D7-8887-C9DFD8513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8BC704-0565-490A-851E-78DBA507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454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33C51-D67C-4091-B988-D44E8A9F0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C44AB5-43CB-483D-BF2E-0E7ED6D9B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38CB0E-0643-4FD8-81FB-5A17AB7D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488A75-45EA-493D-9807-E13A96A3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DEE6A0-82A7-4127-B005-7EC738A7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744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061DFF-36E9-4F06-BD5D-2AA3E373C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90189F-CA2D-4D27-8541-F6668C8FA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C52E0-337A-40D2-A678-C9CBF5486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E05613-19A3-4874-9F0F-46788BA6A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73033A-EAFC-4A55-8859-0AB8C35A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299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 userDrawn="1"/>
        </p:nvSpPr>
        <p:spPr>
          <a:xfrm>
            <a:off x="430743" y="404814"/>
            <a:ext cx="11330516" cy="6048375"/>
          </a:xfrm>
          <a:prstGeom prst="roundRect">
            <a:avLst>
              <a:gd name="adj" fmla="val 5013"/>
            </a:avLst>
          </a:prstGeom>
          <a:solidFill>
            <a:schemeClr val="accent6">
              <a:alpha val="84706"/>
            </a:schemeClr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dirty="0">
              <a:solidFill>
                <a:schemeClr val="accent6"/>
              </a:solidFill>
            </a:endParaRPr>
          </a:p>
        </p:txBody>
      </p:sp>
      <p:sp>
        <p:nvSpPr>
          <p:cNvPr id="7" name="텍스트 개체 틀 6"/>
          <p:cNvSpPr>
            <a:spLocks noGrp="1"/>
          </p:cNvSpPr>
          <p:nvPr userDrawn="1"/>
        </p:nvSpPr>
        <p:spPr bwMode="auto">
          <a:xfrm>
            <a:off x="958802" y="3412605"/>
            <a:ext cx="10273141" cy="93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 bwMode="auto">
          <a:xfrm>
            <a:off x="958802" y="2348881"/>
            <a:ext cx="10273141" cy="93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958801" y="2959531"/>
            <a:ext cx="10273141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chemeClr val="bg1"/>
                </a:solidFill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3016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BFD1F8-D588-4504-8A62-5410DA424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B0469A-FA4C-4404-9E51-39554E610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769691-C38A-478B-BD4C-CC31C9E7A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9E5290-4223-4347-9263-DA13647816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94A043-7617-4992-B497-55C59E71A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158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10.png"/><Relationship Id="rId9" Type="http://schemas.openxmlformats.org/officeDocument/2006/relationships/customXml" Target="../ink/ink4.xml"/><Relationship Id="rId1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customXml" Target="../ink/ink9.xml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customXml" Target="../ink/ink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97B546-0839-4160-98C3-ACE7FEC80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745" y="655825"/>
            <a:ext cx="10779239" cy="506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01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1C7C53-030E-4406-82E6-DC07071518D9}"/>
              </a:ext>
            </a:extLst>
          </p:cNvPr>
          <p:cNvSpPr txBox="1"/>
          <p:nvPr/>
        </p:nvSpPr>
        <p:spPr>
          <a:xfrm>
            <a:off x="2390862" y="1979802"/>
            <a:ext cx="2674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직접 </a:t>
            </a:r>
            <a:r>
              <a:rPr lang="ko-KR" altLang="en-US" dirty="0" err="1"/>
              <a:t>풀어보기</a:t>
            </a:r>
            <a:r>
              <a:rPr lang="ko-KR" altLang="en-US" dirty="0"/>
              <a:t> </a:t>
            </a:r>
            <a:r>
              <a:rPr lang="en-US" altLang="ko-KR" dirty="0"/>
              <a:t>5-4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중앙</a:t>
            </a:r>
            <a:r>
              <a:rPr lang="en-US" altLang="ko-KR" dirty="0"/>
              <a:t>, </a:t>
            </a:r>
            <a:r>
              <a:rPr lang="ko-KR" altLang="en-US" dirty="0"/>
              <a:t>아래 버튼 추가</a:t>
            </a:r>
          </a:p>
        </p:txBody>
      </p:sp>
    </p:spTree>
    <p:extLst>
      <p:ext uri="{BB962C8B-B14F-4D97-AF65-F5344CB8AC3E}">
        <p14:creationId xmlns:p14="http://schemas.microsoft.com/office/powerpoint/2010/main" val="2681717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1CD8EEE-B944-4EDC-ABCF-22B0D8AA2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300" y="0"/>
            <a:ext cx="38593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34D237-1208-43CF-9E2E-379F373BFE45}"/>
              </a:ext>
            </a:extLst>
          </p:cNvPr>
          <p:cNvSpPr txBox="1"/>
          <p:nvPr/>
        </p:nvSpPr>
        <p:spPr>
          <a:xfrm>
            <a:off x="489857" y="2351706"/>
            <a:ext cx="281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중앙</a:t>
            </a:r>
            <a:r>
              <a:rPr lang="en-US" altLang="ko-KR" dirty="0"/>
              <a:t>, </a:t>
            </a:r>
            <a:r>
              <a:rPr lang="ko-KR" altLang="en-US" dirty="0"/>
              <a:t>아래 버튼 추가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FECE419-CB7F-43D0-9112-C0CF9E5FF351}"/>
              </a:ext>
            </a:extLst>
          </p:cNvPr>
          <p:cNvGrpSpPr/>
          <p:nvPr/>
        </p:nvGrpSpPr>
        <p:grpSpPr>
          <a:xfrm>
            <a:off x="5104247" y="1598220"/>
            <a:ext cx="3776040" cy="1487880"/>
            <a:chOff x="5104247" y="1598220"/>
            <a:chExt cx="3776040" cy="148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4F68C577-093D-48C7-B255-CB9456FDE2E5}"/>
                    </a:ext>
                  </a:extLst>
                </p14:cNvPr>
                <p14:cNvContentPartPr/>
                <p14:nvPr/>
              </p14:nvContentPartPr>
              <p14:xfrm>
                <a:off x="5104247" y="1598220"/>
                <a:ext cx="2641680" cy="148788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4F68C577-093D-48C7-B255-CB9456FDE2E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95247" y="1589220"/>
                  <a:ext cx="2659320" cy="15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800A9FE3-DD07-4170-9795-4C6FAA9114FB}"/>
                    </a:ext>
                  </a:extLst>
                </p14:cNvPr>
                <p14:cNvContentPartPr/>
                <p14:nvPr/>
              </p14:nvContentPartPr>
              <p14:xfrm>
                <a:off x="8008727" y="1965420"/>
                <a:ext cx="247320" cy="37404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800A9FE3-DD07-4170-9795-4C6FAA9114F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99727" y="1956420"/>
                  <a:ext cx="26496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4537F6C4-3383-411A-AAA9-453BFFD9C87D}"/>
                    </a:ext>
                  </a:extLst>
                </p14:cNvPr>
                <p14:cNvContentPartPr/>
                <p14:nvPr/>
              </p14:nvContentPartPr>
              <p14:xfrm>
                <a:off x="8040407" y="2374740"/>
                <a:ext cx="358560" cy="31536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4537F6C4-3383-411A-AAA9-453BFFD9C87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031407" y="2366100"/>
                  <a:ext cx="3762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F70DFEC6-89F5-46B6-A9EF-C7D81234F56F}"/>
                    </a:ext>
                  </a:extLst>
                </p14:cNvPr>
                <p14:cNvContentPartPr/>
                <p14:nvPr/>
              </p14:nvContentPartPr>
              <p14:xfrm>
                <a:off x="8413367" y="2267460"/>
                <a:ext cx="119520" cy="23184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F70DFEC6-89F5-46B6-A9EF-C7D81234F56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04367" y="2258820"/>
                  <a:ext cx="1371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48A78865-A784-442F-87BF-FDA4FB7A0231}"/>
                    </a:ext>
                  </a:extLst>
                </p14:cNvPr>
                <p14:cNvContentPartPr/>
                <p14:nvPr/>
              </p14:nvContentPartPr>
              <p14:xfrm>
                <a:off x="8652407" y="2075220"/>
                <a:ext cx="28440" cy="60624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48A78865-A784-442F-87BF-FDA4FB7A023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43407" y="2066580"/>
                  <a:ext cx="46080" cy="6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A01A820-21FB-4494-AA7F-99B3967EAAD6}"/>
                    </a:ext>
                  </a:extLst>
                </p14:cNvPr>
                <p14:cNvContentPartPr/>
                <p14:nvPr/>
              </p14:nvContentPartPr>
              <p14:xfrm>
                <a:off x="8648087" y="2406060"/>
                <a:ext cx="232200" cy="723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A01A820-21FB-4494-AA7F-99B3967EAAD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39087" y="2397420"/>
                  <a:ext cx="249840" cy="90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62492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83E2E0-BA08-4248-86C8-10295AC41E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self0504_main_org.xml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8993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B9854D3-5FD1-E10C-9423-528CAC2ED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671" y="0"/>
            <a:ext cx="5186657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544EE0AF-5963-0AF5-C435-16135F2FE34A}"/>
                  </a:ext>
                </a:extLst>
              </p14:cNvPr>
              <p14:cNvContentPartPr/>
              <p14:nvPr/>
            </p14:nvContentPartPr>
            <p14:xfrm>
              <a:off x="5616566" y="77811"/>
              <a:ext cx="1226520" cy="1440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544EE0AF-5963-0AF5-C435-16135F2FE3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62926" y="-29829"/>
                <a:ext cx="1334160" cy="23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8065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83E2E0-BA08-4248-86C8-10295AC41E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Self0504_org.java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3641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7B6FB71-41D0-F816-7968-DBD8050F1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787" y="2033587"/>
            <a:ext cx="4924425" cy="27908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B963AA25-F59F-9045-8606-2F1D6984AF1B}"/>
                  </a:ext>
                </a:extLst>
              </p14:cNvPr>
              <p14:cNvContentPartPr/>
              <p14:nvPr/>
            </p14:nvContentPartPr>
            <p14:xfrm>
              <a:off x="4989806" y="2180931"/>
              <a:ext cx="1031040" cy="1368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B963AA25-F59F-9045-8606-2F1D6984AF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35806" y="2073291"/>
                <a:ext cx="113868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5A335E4A-B72E-2CA1-F8E7-00A73CDE8DE7}"/>
                  </a:ext>
                </a:extLst>
              </p14:cNvPr>
              <p14:cNvContentPartPr/>
              <p14:nvPr/>
            </p14:nvContentPartPr>
            <p14:xfrm>
              <a:off x="4232006" y="2429331"/>
              <a:ext cx="2127960" cy="2700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5A335E4A-B72E-2CA1-F8E7-00A73CDE8D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78006" y="2321691"/>
                <a:ext cx="223560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54642733-908C-BB37-66DA-3C8E78DCC58E}"/>
                  </a:ext>
                </a:extLst>
              </p14:cNvPr>
              <p14:cNvContentPartPr/>
              <p14:nvPr/>
            </p14:nvContentPartPr>
            <p14:xfrm>
              <a:off x="5263766" y="3186771"/>
              <a:ext cx="900000" cy="1440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54642733-908C-BB37-66DA-3C8E78DCC58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09766" y="3078771"/>
                <a:ext cx="100764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4FFC30BD-F73F-3286-F6A3-79A82D03100A}"/>
                  </a:ext>
                </a:extLst>
              </p14:cNvPr>
              <p14:cNvContentPartPr/>
              <p14:nvPr/>
            </p14:nvContentPartPr>
            <p14:xfrm>
              <a:off x="4832846" y="4231851"/>
              <a:ext cx="3356280" cy="8064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4FFC30BD-F73F-3286-F6A3-79A82D03100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78846" y="4124211"/>
                <a:ext cx="3463920" cy="29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8420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25</Words>
  <Application>Microsoft Office PowerPoint</Application>
  <PresentationFormat>와이드스크린</PresentationFormat>
  <Paragraphs>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함초롬돋움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 병규</dc:creator>
  <cp:lastModifiedBy>황득영</cp:lastModifiedBy>
  <cp:revision>19</cp:revision>
  <dcterms:created xsi:type="dcterms:W3CDTF">2021-05-08T00:27:13Z</dcterms:created>
  <dcterms:modified xsi:type="dcterms:W3CDTF">2023-07-09T09:50:42Z</dcterms:modified>
</cp:coreProperties>
</file>