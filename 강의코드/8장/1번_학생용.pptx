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765" r:id="rId4"/>
    <p:sldId id="258" r:id="rId5"/>
    <p:sldId id="259" r:id="rId6"/>
    <p:sldId id="261" r:id="rId7"/>
    <p:sldId id="757" r:id="rId8"/>
    <p:sldId id="758" r:id="rId9"/>
    <p:sldId id="760" r:id="rId10"/>
    <p:sldId id="761" r:id="rId11"/>
    <p:sldId id="7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04.1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10269 7434 13741,'0'2'6219,"0"8"-6033,0-7-316,1 0 1,-1 1-1,-1-1 1,1 1 0,0-1-1,-1 0 1,0 1-1,0-1 1,0 0-1,0 0 1,0 0-1,-1 0 1,1 0-1,-4 4 1,-15 17 703,-1-2 0,-46 38 0,-61 37 85,58-48-74,-3-3 1,-2-3-1,-2-3 1,-2-2-1,-105 35 0,-343 120 2816,395-140-2787,-4-4 0,-257 57 0,-638 52 363,536-123-621,238-19-339,-153 6-1,198-13 27,135-6-37,-818 28 463,288-41-52,525 7-436,-379-19 103,3-17-123,356 26 225,-187-47 0,228 43-64,1-3 0,1-2 0,1-2 1,-67-38-1,-57-43-64,-199-148 1,184 80-59,16-15 0,102 105 0,17 18 0,-175-190 0,175 181 0,-80-125 0,-209-409 0,254 419 0,10-3 0,-110-381 0,56 25 0,32-6 0,91 414 0,7 0 0,22-281 0,17 196 0,66-243 0,29-29 0,-80 340 0,9 2 0,5 1 0,10 3 0,95-156 0,60-59 0,-179 296 0,2 0 0,3 3 0,5 2 0,89-88 0,-83 100-98,2 2 0,3 4 0,1 1 1,3 4-1,2 1 0,2 3 0,1 4 0,152-51 0,405-75-169,-460 126 137,0 5 0,346-14 1,180 38-156,-506 6 249,1044 63 106,-472 30-135,-586-62 15,-2 7 1,216 74-1,-137-19-115,329 170-1,-341-134 159,-7 9 1,-8 9-1,260 220 0,-373-269 14,-5 5 0,-5 4-1,-6 4 1,-6 2 0,-5 5-1,-6 3 1,63 135 0,-45-53-105,78 250-1,-126-288 74,-8 2 0,18 185 0,-21 33 304,36 276-163,-19-44 92,-57-432 147,-36 250 0,18-330-327,-6-1 1,-44 116-1,-114 194 367,129-309-269,-131 247-577,120-258-953,35-51-118,-8-13-1152,18-12-302,12-12 1083,0 0 1,-1 0-1,-11 8 0,16-13 1218,0 0 1,1 0 0,-1-1 0,0 1-1,1-1 1,-2 0 0,1 0-1,1 0 1,-2 0 0,1-1 0,0 1-1,0-1 1,-5 0 0,-20-7-4243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05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16624,'-3'2'1085,"0"1"-101,-1 0 0,1 0 0,0 0 0,0 0 0,0-1 0,-2 6 0,4-7-996,1 1-1,-1-1 0,0 0 0,1 1 0,-1-1 0,1 0 1,0 1-1,0 0 0,-1-2 0,1 2 0,0 0 0,0-1 1,1 3-1,15 61-491,-5-21 185,8 75-1,-18-116 259,2 67-1414,-7-22-4623,0-33 2789,4-14 3117,-1-1-1,1 1 1,0-1-1,-1 0 1,1 1 0,0-1-1,-1 0 1,1 1-1,0-1 1,0 1 0,-1-1-1,1 0 1,-1 1-1,1-1 1,-1 0 0,0 0-1,1 0 1,-1 0-1,1 0 1,-1 0 0,0 1-1,1-1 1,-1 0-1,0 0 1,0 0 0,-3-2-3823,-8-11 700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06.6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130 1 13933,'5'7'1639,"1"1"-1,-1 0 1,6 14 0,11 32 18,-10-25-2550,-2-9 577,-3 0-1,-1 0 1,0 0 0,-1 1-1,3 42 1,-8-55 292,-1-1 0,0 1 0,0-1 1,-1 1-1,0 0 0,1-1 0,-2 0 0,-5 11 0,5-13 100,-1 1-1,0-2 1,1 1-1,-1-1 1,-1 1-1,1-1 1,-1 0-1,1 0 0,-2 0 1,1 0-1,-1-1 1,-9 4-1,10-5 42,-1 1 0,1-1 1,-2 0-1,2 0 0,-2-1 0,1 1 0,0-1 0,0-1 0,0 1 0,-1-1 0,1 0 0,-1 0 0,-6-1 0,3-3 529,-10-10 70,19 14-672,0-1 1,1 1 0,-1-1-1,0 0 1,1 1 0,-1 0 0,0-1-1,1 1 1,0-1 0,0 0-1,-1 1 1,1-1 0,0 1-1,-1-1 1,1-1 0,-4-4 170,1-2 1,1 1-1,1 0 0,-1 0 0,0-1 1,1 0-1,1 1 0,0-15 1,2 12-174,0 2-1,0-1 1,1 0 0,1 0 0,0 1 0,0-1 0,1 1-1,-1 0 1,2 0 0,0 0 0,0 0 0,1 2-1,0-1 1,0 0 0,0 1 0,2-1 0,-1 2 0,12-8-1,-6 6-132,0 0 0,0 1 0,1 0 0,1 1 0,-1 0 0,0 1-1,1 1 1,0 0 0,0 0 0,1 2 0,16 0 0,-24 2-305,-1-1 0,1 2 1,0 0-1,0 0 0,9 4 0,-7-3-251,-10-3 520,0 0 0,0 1 0,0-1 0,0 0 0,0 0-1,0 0 1,0 0 0,0 1 0,0-1 0,-1 1 0,1-1 0,-1 1-1,1 0 1,0-1 0,0 1 0,1 0 0,0 2-338,-2-3 313,0 0 0,1 1 0,-1-1 0,1 1 0,-1 0 0,0-1 0,0 1 0,1-1 0,-1 0-1,0 1 1,0 0 0,0 0 0,0 0 0,0-1 0,0 0 0,0 1 0,0 0 0,0-1 0,0 1 0,0 0 0,0-1 0,-1 1 0,-2 6-1764,-12 7-527,-23 21 0,-7 4 1366,39-33 1585,-1 1 1,2-1-1,-1 2 0,-4 7 0,10-9 1029,5 7 33,-5-13-1526,1 0 1,-1 1 0,0-1 0,0 0-1,0 1 1,0-1 0,0 0-1,0 0 1,1 1 0,-1-1-1,0 0 1,0 0 0,1 0 0,-1 0-1,0 0 1,0 0 0,1 1-1,-1-1 1,0 0 0,0 0 0,1 0-1,-1 0 1,0 1 0,0-1-1,0 0 1,0 0 0,1 0 0,-1 0-1,0 0 1,1 0 0,-1 0-1,10 2 296,0-1 0,0 1-1,0-1 1,-1-1 0,1 0-1,0 0 1,13-3 0,2-1-527,-1-1 1,43-13-1,-57 15 33,-1-1 0,0 0 1,-1 0-1,1-1 0,0 1 0,-2-2 0,1 0 0,0 1 0,12-14 1,-17 15 162,0-1 1,0 1 0,0-1-1,0 0 1,-2 1 0,1-1 0,0 0-1,0 0 1,-1 0 0,0 0-1,0-8 1,0-6 250,-5-35 0,0 6-309,1-12-656,3 58 620,0 6 111,1 24 34,8 28 0,0 19 23,-6-29-221,-3 1 0,-2 0-1,-15 76 1,13-101 105,-2-1 0,-1 1 1,-2-1-1,0 0 0,-1-1 0,-1 1 1,-1-2-1,-2 0 0,-28 33 0,33-43 88,0 1 0,0 0-1,1 1 1,1-1 0,-11 21-1,16-27 5,1-1 0,0 1 0,0 0 0,0 0 0,0 0-1,0 0 1,1 1 0,0-1 0,0 0 0,0 0 0,0 0 0,1 1-1,0-1 1,0 0 0,0 0 0,0-1 0,1 1 0,0 0 0,0-1 0,0 1-1,4 5 1,-3-5 6,1-1-1,-2 1 1,2-1-1,0 0 1,-1 0-1,1 1 1,0-2-1,0 0 1,0 1-1,1-1 1,-1 1-1,1-2 1,0 1-1,-1 0 1,1-1-1,-1 0 1,1 1-1,0-2 1,0 0-1,1 1 1,8-1-1,-6-1-119,0 1 1,-1-1-1,1-1 0,-1 0 0,0 0 1,0 0-1,0-2 0,1 2 1,-2-1-1,0 0 0,1-2 0,-1 1 1,0 0-1,6-4 0,0-3-457,-1 1 0,0-2 1,0 1-1,-1-1 0,-1 0 0,-1-1 0,1 0 0,10-26 0,25-64-5760,-28 40 3042,3 3 539,-17 42 2334,0-35-1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07.0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 10762,'0'-1'167,"0"1"-1,0 0 1,0 0-1,0-1 1,0 0 0,0 1-1,0-1 1,0 1-1,1-1 1,-1 1-1,0 0 1,0-1 0,1 1-1,-1-1 1,0 1-1,0-1 1,1 1-1,-1 0 1,1-1 0,-1 1-1,0 0 1,1 0-1,-1 0 1,1-1-1,-1 1 1,0 0 0,0-1-1,1 1 1,0-1-1,19 0 2265,-1 0-1184,-6-1-1121,1 0 0,-1 1 0,0 0 0,1 1 0,0 0 0,-1 1 0,1 0 0,-2 1 0,2 0 0,17 7 0,-25-8-105,0 1 0,0 0 0,0 1 0,-1-1 0,1 1 0,-1 1 0,0-1 0,0 0 0,0 0 0,-1 1 0,1 0 0,0 0 0,-2 1 0,1-1 0,0 1 0,-1 0 0,0 0 0,1 0 0,-2 0 0,0 0 0,0 1 0,0-1 0,2 9 0,-3-7 30,-1-2-1,0 2 1,0-1 0,-1 0-1,0 0 1,0 0 0,0 0-1,-1 0 1,-1 0 0,2 0-1,-2 0 1,0-1 0,-1 0 0,1 1-1,-7 7 1,-6 6-327,-1-2-1,-33 28 1,38-35-171,4-3-422,2-2-1,-1 2 1,-1-2-1,1 0 0,-1 0 1,-1-1-1,1 0 0,0 0 1,-14 4-1,9-5-4375,5-3 3656,3-1 277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07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24 9609,'24'4'7079,"10"-19"-5766,-6 11-1249,4 4-512,0-4-353,6 4-288,-5 0-577,-6-4-704,-3 12-1057,-48-2-4837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07.8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26 360 4933,'-2'0'224,"0"0"0,0 1 0,0-1 0,1 1 0,-1 0 1,0 0-1,0-1 0,0 0 0,1 2 0,-1-1 0,-1 0 1,3 0-46,-1 1 0,1-1 1,0-1-1,-1 1 0,1 0 0,0 0 1,-1 1-1,1-2 0,0 1 1,0 0-1,0 1 0,0-2 1,0 1-1,1 0 0,-1 0 1,0 0-1,0 0 0,1 0 0,-1 0 1,1 0-1,-1-1 0,1 1 1,1 2-1,-2-1-136,2 0 0,0 0 0,0 0 0,0-1 0,0 1 0,-1 0 0,1-1 0,0 1 0,1-1 0,-1 0 0,1 0 0,-2 1 0,2-1 0,-1-1 0,1 1 0,-1 0 0,1 0 0,5 0 0,7 1-91,1 0 0,18-1-1,-15 0-100,-7 0 0,0-1 0,0 0-1,0-1 1,-1-1 0,1 1-1,0-1 1,-1-1 0,1 1 0,17-9-1,-20 8 247,-2-1 0,1 0 0,0-1-1,-1 0 1,0 0 0,0-1-1,0 1 1,-1-1 0,0 1-1,0-2 1,-1 1 0,1-1 0,3-8-1,10-21 37,0 1-1,-4-2 0,-1-1 1,14-60-1,-25 84 812,-2-1 0,0-22-1,-1 26 721,-8 38-1157,15 61-785,0-12 183,-3 13-336,0-39-902,-2 1-1,-9 71 1,3-98 188,-1 0 0,-1 0 0,-19 47 0,21-63 746,-1 1 1,0-1 0,0 1-1,-2-1 1,-10 12-1,12-16 267,1 0-1,-1 0 0,-1 0 1,2-1-1,-2 0 1,1 1-1,-1-2 0,1 1 1,-2-1-1,-7 4 0,-8-2 589,2 3 0,-32 13 0,44-17-252,0 2 1,1-1-1,0 1 1,0 0-1,1 1 0,-1-1 1,1 1-1,0 0 0,-5 7 1,0 3 102,2-1 1,1 1-1,-1 0 0,2 0 1,0 1-1,3 0 1,-1 0-1,2 1 0,-1 0 1,2-1-1,1 32 1,2-45-141,-1 1 0,1-1 0,0 1 1,0-1-1,1 0 0,-1 0 1,0 1-1,2-1 0,4 6 1,-6-8-53,-1 0 0,1-1 0,1 1 0,-1-1 1,1 0-1,-1 1 0,1-1 0,0 0 1,-1 0-1,0 0 0,1 0 0,0 0 0,0 0 1,0 0-1,0-1 0,-1 1 0,1 0 1,0-1-1,1 0 0,-1 0 0,0 1 1,-1-1-1,1 0 0,3 0 0,1-1 342,0 0-1,0-1 0,0 1 1,-1-2-1,2 2 1,-3-2-1,9-4 1,11-13 1422,6 0-112,-11-7-198,4 3-143,-19 16-1093,1 1 0,-1-1 0,0 1 0,-1-1 0,0 0 0,0-1 0,-2 1 0,1-1 1,1-13-1,-3 18-311,-1 0 0,0 1 0,0-1 0,-1-1 0,-1-3 0,2 6-74,-6-4-439,-2 2-481,0 2 1,0-1 0,0 1-1,-1 0 1,1 1-1,-18-2 1,25 3 820,-36-1-5159,31 1 4216,-1 1 0,1-2 1,1 1-1,-2-1 0,1-1 1,-1 2-1,2-2 1,-1-1-1,0 2 0,0-2 1,0 0-1,-7-4 0,-18-17-2034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28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1 14478,'0'0'11248,"4"1"-10714,0 1-578,1 0 0,-1 0 0,0 0 1,1 1-1,-1-1 0,0 1 0,0 1 1,-1-1-1,1 0 0,-1 1 0,1 0 1,-1-1-1,0 1 0,-1 1 0,1-1 1,-1 0-1,0 1 0,0-1 0,0 1 1,0-1-1,-1 1 0,0 0 0,0 0 1,0 0-1,-1 0 0,1 0 0,-1 0 1,0 0-1,-1 0 0,1-1 0,-1 1 1,0 0-1,0 0 0,-1 0 0,-1 4 1,-5 8 208,-1-2 1,0 1-1,0-1 1,-2 0-1,-12 13 1,-7 8-204,28-34-69,5-2-255,1 0 334,0 1 0,0-1 0,0-1 0,0 1 0,0-1-1,0 1 1,0-1 0,-1 0 0,1-1 0,0 1 0,4-3 0,5-3 24,0 1 1,0 0-1,1 1 0,15-5 0,-24 9 0,0 0 0,0 0-1,0 0 1,0 0-1,0 1 1,0-1-1,0 2 1,0-1-1,0 0 1,0 1 0,0 0-1,0 0 1,0 0-1,7 4 1,-10-4-12,1 1 0,-1 0 1,0 0-1,1 1 0,-1-1 1,0 0-1,-1 1 0,1-1 1,0 1-1,-1 0 0,1-1 1,-1 1-1,0 0 0,0 0 1,0 0-1,0 0 0,-1 0 1,1 0-1,-1 0 0,0 0 1,0 4-1,1 1-45,-2 0-1,1 0 1,-1-1 0,0 1-1,-1 0 1,-4 13 0,0-6-381,-1-1 0,0 0 1,-13 18-1,10-17-348,7-10 385,-25 34-2204,26-37 2175,0 0-1,1 0 1,-1-1 0,0 1-1,0 0 1,0-1-1,0 0 1,0 1-1,0-1 1,-1 0-1,1 0 1,0 0-1,-1 0 1,1-1-1,-1 1 1,-3 0-1,5-2 202,1 0 0,-1 0 0,0 1 0,1-1 1,-1 0-1,1 0 0,0 0 0,-1 0 0,1 0 0,0 0 0,-1 1 0,1-1 0,0-2 0,0 0 194,1 0 0,-1 0 0,1 0 0,0 1 1,0-1-1,0 0 0,0 0 0,0 1 0,0-1 0,1 1 1,0-1-1,-1 1 0,4-3 0,26-29 1987,-21 25-1053,1 1 1,0 0-1,0 1 0,1 0 1,-1 1-1,2 0 1,-1 0-1,23-6 0,-25 10-728,1-1 0,-1 2 0,1-1 0,-1 1 0,1 1 0,-1 0 0,1 0 1,-1 1-1,1 0 0,-1 1 0,18 5 0,-21-4-965,-1 0 0,0 0 1,0 0-1,10 9 1,-16-6-1798,0-5 2430,0 0-1,1-1 1,-1 1 0,0 0-1,0 0 1,-1 0-1,1 0 1,0 0-1,0 0 1,0 0-1,-1 0 1,1 0 0,0 0-1,-1 0 1,1 0-1,-1 0 1,1-1-1,-1 1 1,1 0-1,-1 0 1,0-1 0,1 1-1,-1 0 1,0-1-1,0 1 1,1-1-1,-1 1 1,-1 0-1,-11 9-2034,-8 15-993,18-23 2887,-1 0 0,0 0-1,0-1 1,0 1 0,0-1 0,0 0-1,-8 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28.7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41 122 5189,'-29'9'2865,"28"-9"-2713,1 1 0,-1-1 1,0 1-1,0-1 0,1 1 1,-1 0-1,0-1 0,1 1 1,-1 0-1,0 0 0,1 0 1,-1-1-1,1 1 0,0 0 1,-1 0-1,1 0 0,0 0 1,-1 0-1,1 0 0,0 0 1,0 0-1,0-1 0,0 1 1,0 1-1,0 3 2031,4-4-837,-1 0-1198,1 0 0,0 0 0,0 0 0,0-1 0,0 0 0,0 0 0,0 0 0,0 0 1,0-1-1,0 1 0,7-3 0,52-18 491,-52 17-525,5-2-5,34-12 299,0-2 0,-2-2-1,47-29 1,-77 43-239,-13 7-156,-1 0-40,8-4-987,-14 6 1013,0 0 1,0 1 0,0-1-1,1 0 1,-1 1 0,0-1-1,1 1 1,-1-1 0,1 1-1,-1 0 1,1 0 0,0-1-1,0 1 1,0 0 0,0 0-1,0 0 1,0 0 0,1 1-1,-1-1 1,1 0 0,-1 0-1,1 0 1,0 0 0,0 4-1,-2 12-17,2 1-1,1 19 1,0-8 7,4 189-6614,-5-214 2910,-7-8-1314,-2-3 3898,7 5 292,-2-1-549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29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21 14862,'24'0'4495,"-14"-2"-651,-4-1-3623,0 0 0,0 1 0,1 0 0,-1 0 0,1 0 0,-1 1 0,1 0 0,7 0 0,63 0-280,-47 1 232,-27 0-155,-1 0 0,1 0 1,-1 0-1,1 0 0,-1 0 1,1 1-1,-1-1 0,1 1 0,-1 0 1,0 0-1,1 0 0,-1 0 0,0 0 1,0 0-1,0 1 0,0-1 0,0 1 1,0-1-1,0 1 0,0 0 0,0 0 1,-1-1-1,1 1 0,-1 1 0,1-1 1,-1 0-1,0 0 0,0 0 1,1 4-1,1 4 64,-1 0 1,-1 0 0,0 0-1,0 1 1,-2 18-1,1-10 12,-2 14-20,-2 0-1,-1 0 1,-17 55 0,10-40-385,-13 40-1525,18-49 69,-2-17-56,8-19 1472,0-1 0,0 1 0,0 0 0,0-1 1,0 1-1,1 0 0,-1-1 0,0 4 0,0 9-5359,-4-21 37,5 4 5354,0 1 1,0-1-1,0 1 0,0-1 0,0 1 0,0-1 1,1-2-1,13-21-2778,-6-19 2329,-6 38 761,1 0-1,-1 0 1,2 0 0,-1 1 0,6-8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29.7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37 10890,'2'-3'4330,"-1"1"-3878,0 0-1,-1 0 1,1 0 0,-1 0 0,1 0 0,-1 0 0,1 0 0,-1 0-1,0 0 1,0 0 0,-2-10 9082,4 15-9427,3 10-126,0 0 0,0 0 0,-2 0 0,4 21 0,-4-17-62,129 818-3443,-118-652 3200,-4-56-692,-9-55-2656,-2-65 2361,-2-14 202,-3-29-1084,-29-278-679,18 102 5253,14 190-1333,2 0 0,0-1 0,1 1 0,2 0-1,0 0 1,8-33 0,-9 51-885,0 1 0,0 0 0,1 0 1,-1 1-1,1-1 0,-1 0 0,1 0 0,0 1 0,0-1 0,0 1 0,0-1 1,0 1-1,1 0 0,-1 0 0,1 0 0,-1 0 0,6-2 0,10-6 7,-1 1-1,1 1 1,0 1 0,1 1-1,34-8 1,2-1-878,64-15-4881,-43 26-2830,-73 3 7591,0 1 1,0-1 0,0 1-1,0 0 1,0 0-1,0 0 1,0 0-1,0 1 1,0-1-1,6 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02:40:32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928 293 24575,'-146'-2'0,"-163"4"0,292-1 0,1 1 0,-1 0 0,1 1 0,0 1 0,0 0 0,0 1 0,1 1 0,-1 1 0,2 0 0,-1 1 0,1 0 0,0 1 0,-18 15 0,-28 20 0,28-22 0,-33 29 0,58-44 0,-1 0 0,1 1 0,0 0 0,0 0 0,1 1 0,0-1 0,1 2 0,-8 17 0,8-9 0,1 1 0,2-1 0,-1 1 0,2-1 0,1 1 0,0 0 0,4 22 0,-1 22 0,-2-48 0,1 0 0,0-1 0,1 1 0,1 0 0,0-1 0,1 0 0,1 0 0,0 0 0,0-1 0,2 1 0,0-2 0,10 14 0,16 17 0,77 75 0,-87-94 0,37 31 0,2-2 0,2-3 0,3-3 0,1-3 0,124 58 0,-96-53 0,-3 0 0,3-4 0,153 48 0,-83-55 0,213 22 0,-332-54 0,133 9 0,251-12 0,-213-5 0,-59 3 0,174-3 0,-298-4 0,0-1 0,0-2 0,-1-2 0,0-1 0,43-21 0,-33 10 0,-2-2 0,0-2 0,-2-1 0,49-45 0,14-9 0,-38 34 0,73-70 0,-134 114 0,1 0 0,0 0 0,0 1 0,0-1 0,1 2 0,-1-1 0,1 0 0,0 1 0,-1 1 0,1-1 0,0 1 0,12-1 0,33-9 0,-36 6 0,7-2 0,0-1 0,0 0 0,-1-2 0,33-20 0,-49 26 0,0 0 0,-1-1 0,0 1 0,1-1 0,-2 0 0,1 0 0,-1-1 0,0 0 0,0 1 0,0-1 0,-1-1 0,0 1 0,0 0 0,0-1 0,-1 0 0,0 1 0,-1-1 0,1 0 0,-1 0 0,0-12 0,1-23 0,-3 0 0,-1-1 0,-10-54 0,8 80 0,0 0 0,-1 1 0,-1-1 0,0 1 0,-1 0 0,-1 1 0,-1 0 0,0 0 0,-1 1 0,-21-26 0,24 33 0,-9-12 0,-1 1 0,-1 1 0,0 1 0,-1 0 0,-1 1 0,0 1 0,-27-13 0,8 7 0,-42-27 0,-7-4 0,-3 4 0,-215-104 0,249 127 0,-2 2 0,0 3 0,-88-17 0,6 2 0,96 22 0,0 1 0,-59-6 0,-504-34 0,293 26 0,182 16 0,-140-5 0,196 14 0,20-1 0,0 2 0,-89 14 0,128-12 0,0 2 0,0 0 0,0 0 0,1 2 0,0 0 0,0 1 0,-23 15 0,14-6 0,2 2 0,-33 33 0,-2 0 0,-26 5-7,52-36-1351,17-11-5468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59:51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1 153 9417,'27'15'7407,"-24"-14"-7259,0 0 0,0 0 0,0 0 0,0-1 0,0 1 1,0-1-1,0 0 0,0 0 0,0 0 0,0 0 0,0 0 0,0-1 0,0 1 0,0-1 0,0 0 0,0 0 0,0 0 0,0 0 0,-1-1 0,5-2 1,27-24 2525,-29 27-2409,-4 1-229,-1 0 1,1 0-1,-1 0 0,1 0 1,-1 0-1,1 0 1,-1-1-1,1 1 0,-1 0 1,1 0-1,-1 0 1,1 0-1,-1-1 0,1 1 1,-1 0-1,1 0 0,-1-1 1,1 1-1,-1 0 1,0-1-1,1 1 0,-1 0 1,0-1-1,1 0 1,3-3 24,0-1 1,1 1 0,-1 1-1,1-1 1,0 0 0,-1 1-1,2 0 1,-1 0 0,0 1-1,0 0 1,1-1 0,0 2-1,-1-1 1,1 1 0,0 0 0,0 0-1,8 0 1,40-4 119,-14 0 49,120-1 293,-141 5-198,36-6 0,-36 4 63,36-3-1,53 0 99,48 1-64,-118 4-262,109 6 160,-43 0-197,92-3 57,-104-3-173,-51 1-35,144-4 157,223-4 4,-256 10-175,-1-8 16,35 1 90,-40-1-11,121-6 54,-178 11-98,167 6-18,-18-3 209,-125-3-123,420-9 441,-115 15-395,-167 10 8,-98-2-54,77-4 173,47 4 13,54 1 73,63 2-32,-315-16-186,186-5 138,-94 3-303,-91 3 35,165 5 76,456-6-5,-556 3-83,87-2-11,257-20 62,-340 14-32,-132 4-91,0 0-1,0 1 1,0 1 0,0 1 0,0 0 0,21 6 0,-36-7-106,0-1 0,0 1 1,0-1-1,-1 1 0,1 0 0,0 0 1,-1 0-1,1 0 0,0 0 0,-1 0 1,1 0-1,-1 1 0,2 1 0,1 1-801,18 2-12577,-21-5 13343,0-1 1,0 0-1,0 1 0,0-1 0,0 0 0,0 0 1,0 0-1,0 0 0,0 0 0,0 0 0,0 0 1,0 0-1,0 0 0,0 0 0,-1 0 0,1-1 0,0 1 1,0 0-1,0-1 0,0 1 0,0-1 0,0 1 1,0-1-1,-1 1 0,1-1 0,0 0 0,0 1 1,-1-1-1,1 0 0,0-1 0,22-18-5048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02:44:10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24575,'875'0'0,"-830"2"0,44 8 0,29 1 0,710-8 66,-424-5-1497,-379 2-5395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8:00:15.2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7431,'-3'0'3358,"-5"0"-2140,-9 1 5646,17-1-6801,0 0-1,-1 0 0,1 0 0,0 1 0,0-1 0,-1 0 0,1 0 0,0 1 0,0-1 1,0 0-1,0 0 0,-1 1 0,1-1 0,0 0 0,0 1 0,0-1 0,0 0 0,0 0 1,0 1-1,0-1 0,0 0 0,-1 1 0,1-1 0,0 0 0,0 1 0,1-1 1,-1 0-1,0 1 0,0-1 0,0 0 0,0 1 0,0-1 0,0 0 0,0 0 0,0 1 1,1-1-1,-1 0 0,0 0 0,0 1 0,0-1 0,1 0 0,-1 0 0,0 1 0,1 0-7,0 0-1,0-1 1,0 1-1,0 0 1,0-1 0,0 1-1,0 0 1,0-1-1,0 1 1,0-1-1,0 0 1,0 1-1,0-1 1,0 0-1,1 0 1,-1 0-1,0 0 1,2 0-1,20 0 277,-21 0-310,173 10 834,-88-11-422,173 6 495,-48 0-869,-46 0-33,-29 0 49,-58-4 56,117 18 0,-115-10 158,0-2 0,87-6 0,-108-1-196,152-10 156,0-1-17,222-13 329,-350 17-332,23 5-768,-104 2 234,0 0-1,0 0 1,0 0 0,1 0 0,-1 0 0,0 1-1,4 0 1,-2 1-1253,-1-1 1,0 1-1,0 0 0,0 0 0,-1 1 1,5 2-1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02:54:30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24575,'5'1'0,"0"-1"0,0 1 0,0 1 0,-1-1 0,1 0 0,0 1 0,0 0 0,-1 0 0,1 1 0,-1-1 0,0 1 0,0 0 0,0 0 0,5 5 0,48 55 0,-49-54 0,25 39 0,-1 1 0,-3 1 0,-2 2 0,33 89 0,-6-14 0,-35-82 0,-3 1 0,-2 0 0,-1 1 0,-3 1 0,6 59 0,-17-131 0,1-1 0,1 1 0,2 0 0,0 0 0,1 0 0,2 0 0,0 0 0,2 1 0,1 0 0,0 1 0,22-37 0,-3 13 0,1 1 0,2 2 0,2 1 0,53-52 0,-57 69 0,1 0 0,1 2 0,41-23 0,11-7 0,-50 33 0,1 1 0,0 2 0,2 2 0,39-12 0,-20 7 0,-43 14-10,0 0-1,-1-1 1,1-1-1,-1 0 1,16-16 0,-1 2-1293,-12 11-5523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8:00:12.2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7 453 15118,'-1'3'9246,"-4"13"-6987,4-12-1539,10 12-586,37 68-206,-3 3 1,43 124 0,-74-180 444,3-1-1,0-1 1,2-1 0,37 50-1,-53-77-284,0 1 0,1-1 0,-1 1 0,0-1 0,1 1 0,-1-1 0,1 0 0,0 0 1,2 2-1,1 0 99,-4-2-145,-1-1 0,1 1 0,0-1 0,0 1 0,-1-1 0,1 0 1,0 1-1,0-1 0,0 0 0,0 1 0,-1-1 0,1 0 0,0 0 0,0 0 0,0 0 0,0 0 1,0 0-1,-1 0 0,1 0 0,0 0 0,0 0 0,0-1 0,1 1 0,-1-1 101,9-3 402,4-8-362,0-1 1,-1-1 0,17-23-1,1-1-74,42-55-356,-9 8-1460,160-180-8318,35-76-1095,-124 153 5552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03:00:31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0 349 24575,'2'34'0,"1"1"0,1-1 0,2 1 0,13 41 0,53 133 0,-50-149 0,95 229 0,-67-192 0,-50-96 0,0 0 0,1-1 0,-1 1 0,1 0 0,-1-1 0,1 1 0,-1-1 0,1 1 0,0 0 0,-1-1 0,1 0 0,0 1 0,-1-1 0,1 1 0,0-1 0,-1 0 0,1 1 0,0-1 0,0 0 0,-1 0 0,1 0 0,0 1 0,0-1 0,0 0 0,-1 0 0,1 0 0,0 0 0,0-1 0,0 1 0,-1 0 0,1 0 0,0 0 0,0-1 0,-1 1 0,1 0 0,0 0 0,0-1 0,28-22 0,-24 18 0,51-54 0,92-123 0,-31 33 0,571-545 0,-588 608-1365,-65 59-5461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2:34:43.7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3,'195'-2,"219"5,-188 13,101 5,683-21,-475-1,-264 19,-44-1,232-16,-238-2,-191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2:41:54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0,'11'1,"1"1,0 0,0 0,20 8,34 5,293-8,-202-10,1276 3,-1394 2,-1 2,43 9,-39-5,62 3,-69-11,-4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2:41:58.1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0,'1'2,"-1"0,1 0,0 0,-1 0,1 0,0 0,0 0,0-1,1 1,-1 0,0-1,0 1,1-1,-1 1,1-1,0 1,-1-1,1 0,0 0,2 1,45 21,-39-18,39 13,1-2,0-1,1-4,0-1,1-2,86 0,1147 55,-43-54,-712-12,897 3,-1395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2:41:59.7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0,'317'15,"130"10,-40-5,304-4,-451-19,-224 3,-4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30T02:42:04.5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1,'463'21,"-17"16,194-21,-399-19,353 3,-535 3,79 13,48 3,818-17,-481-5,1899 3,-2391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1D61B-F0F5-46D9-9E6C-61750DA3E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9BCD6F-3B86-4BDE-A69A-E84F7704A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C3CF4-E971-4D74-BC3B-914B2CD4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CCC1E-2BF5-4FA1-A24D-A1C4B5A9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FA45D-A2B9-4D2D-B375-83215124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79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EE4D0-EADB-45E0-8E1A-9B74E7AB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7522-2E0C-41D9-BB37-60B482BB1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EEC042-EA90-49EC-93BB-C6705DD8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FF9902-3BA4-48C7-8CB2-B867EF7F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A4DFF-947B-46E4-8CB5-EDCF53BF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2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A8EC0-3ECB-4123-A4D2-5137F725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2DD53-CFF3-4958-9982-3E826E457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768C2-6563-4374-B9C3-D4CE6C2C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91C244-20E6-4B8C-8AD8-8D00C050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9FD56-AB3F-437A-98A8-9ED0437C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1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CB27C-9738-48A2-B6E1-622B4D1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9DF1B-28D5-4DAE-BC6C-6911665D5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57D05-62AB-43B4-AA6D-49CDDB11B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2EFDB-A710-485D-98F3-E36C3F77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9CAF5-5009-436F-9DDD-C0E168B5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867681-B751-4484-807E-1BFBB4C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88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38692-880F-428B-A972-B2A6B91F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6BCE62-9FE7-4F54-B2C1-4960D893F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D8140F-9B75-4F6F-BD18-C4382A68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BEF0A5-3DDD-4E91-8542-EC91864C5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E7C72C-B840-4731-B696-C7B08BBF7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5457C9-85C4-4B01-81A4-72870B54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43C6DB-E1AB-4AB3-B6C6-25BBE0A7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E6B8EA-33A3-4203-9F5C-39681CEA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2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6CBEB-AD85-42F5-9B17-DE1B8A71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E1EAAC-EE14-4311-9383-5CA9D73E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56C35A-1413-46A0-8A4A-3674DB38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E4004-E837-4A98-A91E-49DF1B8F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2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EABF03-D9BF-4C0A-B984-1D737DE1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49788B-DB92-4F9D-8F1C-9F753A47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A5B40-C8D8-4292-B28E-60A9C3C4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13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2B8DC-C064-4CEF-8D15-C6C2FB62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DCE34-2097-4E03-9C07-2D6760E1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30046B-DED1-445A-A8F9-9E53091BB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73791A-56AA-432A-8B59-D071C50E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05E9A3-F24B-4FF0-B3DA-216176C9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3A0733-F7D0-44A0-8021-15E07903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07C0D-05FA-4373-89AE-A6E18E9D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F266C9-9294-457B-9381-5DAF31D57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7EA41E-4BAC-4EFA-9DC4-4E88C1AE5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552E1-C78B-45AE-9EB3-F15CC763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D74FCE-BBF2-46D7-8887-C9DFD851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8BC704-0565-490A-851E-78DBA507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5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33C51-D67C-4091-B988-D44E8A9F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C44AB5-43CB-483D-BF2E-0E7ED6D9B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8CB0E-0643-4FD8-81FB-5A17AB7D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88A75-45EA-493D-9807-E13A96A3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EE6A0-82A7-4127-B005-7EC738A7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4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061DFF-36E9-4F06-BD5D-2AA3E373C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90189F-CA2D-4D27-8541-F6668C8FA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C52E0-337A-40D2-A678-C9CBF548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05613-19A3-4874-9F0F-46788BA6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3033A-EAFC-4A55-8859-0AB8C35A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99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430743" y="404814"/>
            <a:ext cx="11330516" cy="6048375"/>
          </a:xfrm>
          <a:prstGeom prst="roundRect">
            <a:avLst>
              <a:gd name="adj" fmla="val 5013"/>
            </a:avLst>
          </a:prstGeom>
          <a:solidFill>
            <a:schemeClr val="accent6">
              <a:alpha val="84706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958802" y="3412605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958802" y="2348881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958801" y="2959531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196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BFD1F8-D588-4504-8A62-5410DA42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B0469A-FA4C-4404-9E51-39554E610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69691-C38A-478B-BD4C-CC31C9E7A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2709F-500A-49AE-A737-D627064AB189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E5290-4223-4347-9263-DA1364781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4A043-7617-4992-B497-55C59E71A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15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9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5" Type="http://schemas.openxmlformats.org/officeDocument/2006/relationships/customXml" Target="../ink/ink11.xml"/><Relationship Id="rId2" Type="http://schemas.openxmlformats.org/officeDocument/2006/relationships/image" Target="../media/image3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0.xml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4" Type="http://schemas.openxmlformats.org/officeDocument/2006/relationships/image" Target="../media/image310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png"/><Relationship Id="rId7" Type="http://schemas.openxmlformats.org/officeDocument/2006/relationships/image" Target="../media/image19.png"/><Relationship Id="rId12" Type="http://schemas.openxmlformats.org/officeDocument/2006/relationships/customXml" Target="../ink/ink16.xml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10" Type="http://schemas.openxmlformats.org/officeDocument/2006/relationships/image" Target="../media/image18.png"/><Relationship Id="rId9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ustomXml" Target="../ink/ink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customXml" Target="../ink/ink20.xml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customXml" Target="../ink/ink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EA445-77D0-42DF-AEE8-18412F906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70" y="1333528"/>
            <a:ext cx="10796034" cy="2283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01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075C62-0B93-4488-A444-6E8F31C25977}"/>
              </a:ext>
            </a:extLst>
          </p:cNvPr>
          <p:cNvSpPr txBox="1"/>
          <p:nvPr/>
        </p:nvSpPr>
        <p:spPr>
          <a:xfrm>
            <a:off x="964733" y="1397675"/>
            <a:ext cx="85987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직접 </a:t>
            </a:r>
            <a:r>
              <a:rPr lang="ko-KR" altLang="en-US" dirty="0" err="1"/>
              <a:t>풀어보기</a:t>
            </a:r>
            <a:r>
              <a:rPr lang="ko-KR" altLang="en-US" dirty="0"/>
              <a:t> </a:t>
            </a:r>
            <a:r>
              <a:rPr lang="en-US" altLang="ko-KR" dirty="0"/>
              <a:t>8-1</a:t>
            </a:r>
          </a:p>
          <a:p>
            <a:pPr marL="342900" indent="-342900">
              <a:buAutoNum type="arabicPeriod"/>
            </a:pPr>
            <a:r>
              <a:rPr lang="en-US" altLang="ko-KR" dirty="0"/>
              <a:t>View – tool windows – device file explore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en-US" altLang="ko-KR" dirty="0"/>
              <a:t>/data/data/com.example.chapter08/files </a:t>
            </a:r>
            <a:r>
              <a:rPr lang="ko-KR" altLang="en-US" dirty="0"/>
              <a:t>아래에 일기 저장 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달력 형태로 변경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처음에 요일을 선택하면 </a:t>
            </a:r>
            <a:r>
              <a:rPr lang="en-US" altLang="ko-KR" dirty="0"/>
              <a:t>“</a:t>
            </a:r>
            <a:r>
              <a:rPr lang="ko-KR" altLang="en-US" dirty="0"/>
              <a:t>일기가 있습니다</a:t>
            </a:r>
            <a:r>
              <a:rPr lang="en-US" altLang="ko-KR" dirty="0"/>
              <a:t>” </a:t>
            </a:r>
            <a:r>
              <a:rPr lang="ko-KR" altLang="en-US" dirty="0"/>
              <a:t>또는 </a:t>
            </a:r>
            <a:r>
              <a:rPr lang="en-US" altLang="ko-KR" dirty="0"/>
              <a:t>“</a:t>
            </a:r>
            <a:r>
              <a:rPr lang="ko-KR" altLang="en-US" dirty="0"/>
              <a:t>일기 없음</a:t>
            </a:r>
            <a:r>
              <a:rPr lang="en-US" altLang="ko-KR" dirty="0"/>
              <a:t>“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불러오기를 누를 경우 글이 보임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새로 저장 버튼을 수정하기로 변경한다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2274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7848-AE63-785D-D12D-3529AC5C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52F07-C61A-8C32-D53B-FED656B000EA}"/>
              </a:ext>
            </a:extLst>
          </p:cNvPr>
          <p:cNvSpPr txBox="1"/>
          <p:nvPr/>
        </p:nvSpPr>
        <p:spPr>
          <a:xfrm>
            <a:off x="238622" y="2197916"/>
            <a:ext cx="33329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초기 화면</a:t>
            </a:r>
            <a:endParaRPr lang="en-US" altLang="ko-KR" dirty="0"/>
          </a:p>
          <a:p>
            <a:r>
              <a:rPr lang="ko-KR" altLang="en-US" dirty="0"/>
              <a:t>달력 형태로 변경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처음상태는 </a:t>
            </a:r>
            <a:r>
              <a:rPr lang="ko-KR" altLang="en-US" dirty="0" err="1"/>
              <a:t>일기없음</a:t>
            </a:r>
            <a:r>
              <a:rPr lang="ko-KR" altLang="en-US" dirty="0"/>
              <a:t> 나옴</a:t>
            </a:r>
            <a:endParaRPr lang="en-US" altLang="ko-KR" dirty="0"/>
          </a:p>
          <a:p>
            <a:r>
              <a:rPr lang="ko-KR" altLang="en-US" dirty="0"/>
              <a:t>불러오기</a:t>
            </a:r>
            <a:r>
              <a:rPr lang="en-US" altLang="ko-KR" dirty="0"/>
              <a:t>, </a:t>
            </a:r>
            <a:r>
              <a:rPr lang="ko-KR" altLang="en-US" dirty="0"/>
              <a:t>새로 저장 버튼 추가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6B5BC0E-AD69-74BC-389E-F83FE64B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479" y="0"/>
            <a:ext cx="3289041" cy="68580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966FDB74-6512-D9BC-702F-AAC2824CE0D7}"/>
              </a:ext>
            </a:extLst>
          </p:cNvPr>
          <p:cNvGrpSpPr/>
          <p:nvPr/>
        </p:nvGrpSpPr>
        <p:grpSpPr>
          <a:xfrm>
            <a:off x="4402879" y="1330295"/>
            <a:ext cx="4537133" cy="3119751"/>
            <a:chOff x="3921287" y="833940"/>
            <a:chExt cx="4931640" cy="38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D169EB48-AE7E-AC8F-3CFD-E1BD260036F5}"/>
                    </a:ext>
                  </a:extLst>
                </p14:cNvPr>
                <p14:cNvContentPartPr/>
                <p14:nvPr/>
              </p14:nvContentPartPr>
              <p14:xfrm>
                <a:off x="3921287" y="833940"/>
                <a:ext cx="4106520" cy="386100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93A69400-E415-4726-8463-8F288F67D3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12287" y="824940"/>
                  <a:ext cx="4124160" cy="38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10C9E7DB-AAC4-D6C6-1703-90BA891C77FF}"/>
                    </a:ext>
                  </a:extLst>
                </p14:cNvPr>
                <p14:cNvContentPartPr/>
                <p14:nvPr/>
              </p14:nvContentPartPr>
              <p14:xfrm>
                <a:off x="8176847" y="2421900"/>
                <a:ext cx="19800" cy="1875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F1F103CE-0A37-40A9-B24D-0ABBE1938D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67847" y="2413260"/>
                  <a:ext cx="37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0AC0809-39FE-09D1-D6C1-EA220C5B778B}"/>
                    </a:ext>
                  </a:extLst>
                </p14:cNvPr>
                <p14:cNvContentPartPr/>
                <p14:nvPr/>
              </p14:nvContentPartPr>
              <p14:xfrm>
                <a:off x="8235527" y="2390220"/>
                <a:ext cx="325440" cy="3942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C1A50BB-7E6E-4E75-99E8-6458BDD2CF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26887" y="2381580"/>
                  <a:ext cx="3430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F7D3B6A-B7BC-90FF-177F-80A090E72DA0}"/>
                    </a:ext>
                  </a:extLst>
                </p14:cNvPr>
                <p14:cNvContentPartPr/>
                <p14:nvPr/>
              </p14:nvContentPartPr>
              <p14:xfrm>
                <a:off x="8573567" y="2399220"/>
                <a:ext cx="123480" cy="1638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7E33016-5342-4795-8A01-DF6DCD1FAAA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64567" y="2390220"/>
                  <a:ext cx="141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7FBB1E5-3EF0-5340-B71C-87217C72375F}"/>
                    </a:ext>
                  </a:extLst>
                </p14:cNvPr>
                <p14:cNvContentPartPr/>
                <p14:nvPr/>
              </p14:nvContentPartPr>
              <p14:xfrm>
                <a:off x="8703167" y="2395620"/>
                <a:ext cx="106920" cy="126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D3270A8-5AA9-493E-A5A3-0FEB93D7F3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94167" y="2386980"/>
                  <a:ext cx="12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96D3CDC-7DB6-506D-2CE0-5DD77DB338C4}"/>
                    </a:ext>
                  </a:extLst>
                </p14:cNvPr>
                <p14:cNvContentPartPr/>
                <p14:nvPr/>
              </p14:nvContentPartPr>
              <p14:xfrm>
                <a:off x="8663207" y="2309580"/>
                <a:ext cx="189720" cy="5079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CFB3DEF-26B3-4FC4-ACAA-A67248C347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54207" y="2300580"/>
                  <a:ext cx="207360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EB3FB53-95F7-1E78-D964-45453AF6B53F}"/>
              </a:ext>
            </a:extLst>
          </p:cNvPr>
          <p:cNvGrpSpPr/>
          <p:nvPr/>
        </p:nvGrpSpPr>
        <p:grpSpPr>
          <a:xfrm>
            <a:off x="7083933" y="5353337"/>
            <a:ext cx="578520" cy="508680"/>
            <a:chOff x="7991807" y="5907060"/>
            <a:chExt cx="57852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A1DF27D-7379-C093-0AF3-0D3807F45C7D}"/>
                    </a:ext>
                  </a:extLst>
                </p14:cNvPr>
                <p14:cNvContentPartPr/>
                <p14:nvPr/>
              </p14:nvContentPartPr>
              <p14:xfrm>
                <a:off x="7997927" y="5907060"/>
                <a:ext cx="169920" cy="1947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0F9EAE7-91BB-40C8-9209-57D18A35CB1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89287" y="5898420"/>
                  <a:ext cx="187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E5C5960-A8F9-6D03-FE3A-6BCA47AC9CBC}"/>
                    </a:ext>
                  </a:extLst>
                </p14:cNvPr>
                <p14:cNvContentPartPr/>
                <p14:nvPr/>
              </p14:nvContentPartPr>
              <p14:xfrm>
                <a:off x="7991807" y="6134940"/>
                <a:ext cx="155160" cy="1357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FDBBC5D-46A6-42E6-97F7-FE859273BAF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83167" y="6125940"/>
                  <a:ext cx="172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9B1142D-4804-DCBD-4B03-E4D9B8A9F835}"/>
                    </a:ext>
                  </a:extLst>
                </p14:cNvPr>
                <p14:cNvContentPartPr/>
                <p14:nvPr/>
              </p14:nvContentPartPr>
              <p14:xfrm>
                <a:off x="8209607" y="5999220"/>
                <a:ext cx="99000" cy="2041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66B72EB-74D5-4EA0-A41F-A6A27B9E70B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00607" y="5990580"/>
                  <a:ext cx="116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112EA10-0909-C88B-A2AE-F420C452C2A4}"/>
                    </a:ext>
                  </a:extLst>
                </p14:cNvPr>
                <p14:cNvContentPartPr/>
                <p14:nvPr/>
              </p14:nvContentPartPr>
              <p14:xfrm>
                <a:off x="8350367" y="5936580"/>
                <a:ext cx="219960" cy="4791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6A71534-7C1D-434F-B731-403FF29E055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1367" y="5927580"/>
                  <a:ext cx="237600" cy="49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125619A7-8444-D96F-8C7D-75F6503B49BA}"/>
                  </a:ext>
                </a:extLst>
              </p14:cNvPr>
              <p14:cNvContentPartPr/>
              <p14:nvPr/>
            </p14:nvContentPartPr>
            <p14:xfrm>
              <a:off x="5204777" y="5172257"/>
              <a:ext cx="1598400" cy="6897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125619A7-8444-D96F-8C7D-75F6503B49B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198657" y="5166137"/>
                <a:ext cx="1610640" cy="70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58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B75C5B-F5D4-4A6C-A5F5-9EE5A40F5DAE}"/>
              </a:ext>
            </a:extLst>
          </p:cNvPr>
          <p:cNvSpPr txBox="1"/>
          <p:nvPr/>
        </p:nvSpPr>
        <p:spPr>
          <a:xfrm>
            <a:off x="578841" y="2505994"/>
            <a:ext cx="3645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날짜를 </a:t>
            </a:r>
            <a:r>
              <a:rPr lang="ko-KR" altLang="en-US" dirty="0" err="1"/>
              <a:t>선택시</a:t>
            </a:r>
            <a:r>
              <a:rPr lang="ko-KR" altLang="en-US" dirty="0"/>
              <a:t> 일기가 있을 경우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일기 있습니다 나옴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9AAD184-302D-42A0-A804-7BD87214903A}"/>
                  </a:ext>
                </a:extLst>
              </p14:cNvPr>
              <p14:cNvContentPartPr/>
              <p14:nvPr/>
            </p14:nvContentPartPr>
            <p14:xfrm>
              <a:off x="553127" y="2804220"/>
              <a:ext cx="3278160" cy="626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9AAD184-302D-42A0-A804-7BD8721490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487" y="2795580"/>
                <a:ext cx="3295800" cy="8028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43590162-C3B8-34EE-DA83-AD0A363D3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176" y="0"/>
            <a:ext cx="331964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D312FE4-821B-4AC1-B28C-DF6FE34A2E25}"/>
                  </a:ext>
                </a:extLst>
              </p14:cNvPr>
              <p14:cNvContentPartPr/>
              <p14:nvPr/>
            </p14:nvContentPartPr>
            <p14:xfrm>
              <a:off x="4597817" y="5033657"/>
              <a:ext cx="858600" cy="97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AD312FE4-821B-4AC1-B28C-DF6FE34A2E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1697" y="5027537"/>
                <a:ext cx="87084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506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AFC3CB-FC54-4225-BD80-3EF693FF62A6}"/>
              </a:ext>
            </a:extLst>
          </p:cNvPr>
          <p:cNvSpPr txBox="1"/>
          <p:nvPr/>
        </p:nvSpPr>
        <p:spPr>
          <a:xfrm>
            <a:off x="293614" y="2740773"/>
            <a:ext cx="3363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불러오기 누른 경우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일기가 나옵니다</a:t>
            </a:r>
            <a:endParaRPr lang="en-US" altLang="ko-KR" dirty="0"/>
          </a:p>
          <a:p>
            <a:r>
              <a:rPr lang="ko-KR" altLang="en-US" dirty="0"/>
              <a:t>새로 저장 버튼을 수정 하기로 </a:t>
            </a:r>
            <a:endParaRPr lang="en-US" altLang="ko-KR" dirty="0"/>
          </a:p>
          <a:p>
            <a:r>
              <a:rPr lang="ko-KR" altLang="en-US" dirty="0"/>
              <a:t>변경한다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66D9A4B-4DE1-4920-A2F1-D47932BD86EE}"/>
                  </a:ext>
                </a:extLst>
              </p14:cNvPr>
              <p14:cNvContentPartPr/>
              <p14:nvPr/>
            </p14:nvContentPartPr>
            <p14:xfrm>
              <a:off x="305807" y="3019860"/>
              <a:ext cx="1030680" cy="31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66D9A4B-4DE1-4920-A2F1-D47932BD86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807" y="3011220"/>
                <a:ext cx="1048320" cy="493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6421D66B-5B88-5B00-4353-75FE74B9A8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52" y="0"/>
            <a:ext cx="329681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C05137EB-ACA4-F4DF-B4C5-F66CD99F810F}"/>
                  </a:ext>
                </a:extLst>
              </p14:cNvPr>
              <p14:cNvContentPartPr/>
              <p14:nvPr/>
            </p14:nvContentPartPr>
            <p14:xfrm>
              <a:off x="10458617" y="5264417"/>
              <a:ext cx="498600" cy="3502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C05137EB-ACA4-F4DF-B4C5-F66CD99F81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52497" y="5258297"/>
                <a:ext cx="510840" cy="36252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725D6B7B-7D0B-7392-8269-359451C1CF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6176" y="0"/>
            <a:ext cx="331964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871E7C3-EB0B-46E8-899E-74AB03999E0E}"/>
                  </a:ext>
                </a:extLst>
              </p14:cNvPr>
              <p14:cNvContentPartPr/>
              <p14:nvPr/>
            </p14:nvContentPartPr>
            <p14:xfrm>
              <a:off x="5432815" y="5067677"/>
              <a:ext cx="435240" cy="3934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871E7C3-EB0B-46E8-899E-74AB03999E0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23815" y="5058677"/>
                <a:ext cx="45288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435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3E1FD0-6355-42CF-9F72-9753AE90F3CE}"/>
              </a:ext>
            </a:extLst>
          </p:cNvPr>
          <p:cNvSpPr txBox="1"/>
          <p:nvPr/>
        </p:nvSpPr>
        <p:spPr>
          <a:xfrm>
            <a:off x="275954" y="2223083"/>
            <a:ext cx="3357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일기를 추가 후에 수정하기 누른 경우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일기가 수정된다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7263EB4-6BDE-D069-5C83-FB281E498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108" y="0"/>
            <a:ext cx="3269783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789B140-0D25-D960-7A12-4B683E14C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589" y="0"/>
            <a:ext cx="330861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DFB70252-CB9F-5861-8743-1616124A5B31}"/>
                  </a:ext>
                </a:extLst>
              </p14:cNvPr>
              <p14:cNvContentPartPr/>
              <p14:nvPr/>
            </p14:nvContentPartPr>
            <p14:xfrm>
              <a:off x="10249817" y="5143097"/>
              <a:ext cx="540000" cy="44244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DFB70252-CB9F-5861-8743-1616124A5B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43697" y="5136977"/>
                <a:ext cx="552240" cy="45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500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self0801_main_org.xml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24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52944B-DA4E-858F-29CC-A9AC453C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75" y="9525"/>
            <a:ext cx="6115050" cy="6838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71EFB50-2378-C98F-3667-FB97D113D589}"/>
                  </a:ext>
                </a:extLst>
              </p14:cNvPr>
              <p14:cNvContentPartPr/>
              <p14:nvPr/>
            </p14:nvContentPartPr>
            <p14:xfrm>
              <a:off x="7340966" y="90051"/>
              <a:ext cx="1409760" cy="277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71EFB50-2378-C98F-3667-FB97D113D5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86966" y="-17589"/>
                <a:ext cx="1517400" cy="24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487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Self0801_org.java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733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FFD048-E22C-2A8A-6479-8CC35C6E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33" y="0"/>
            <a:ext cx="5172933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37105E5-48D9-6FD0-52C0-CFAFEC783344}"/>
                  </a:ext>
                </a:extLst>
              </p14:cNvPr>
              <p14:cNvContentPartPr/>
              <p14:nvPr/>
            </p14:nvContentPartPr>
            <p14:xfrm>
              <a:off x="7144766" y="51891"/>
              <a:ext cx="887400" cy="270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37105E5-48D9-6FD0-52C0-CFAFEC7833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1126" y="-56109"/>
                <a:ext cx="9950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16C9B6F-D20C-E42F-E037-252E9DA81974}"/>
                  </a:ext>
                </a:extLst>
              </p14:cNvPr>
              <p14:cNvContentPartPr/>
              <p14:nvPr/>
            </p14:nvContentPartPr>
            <p14:xfrm>
              <a:off x="4062086" y="286971"/>
              <a:ext cx="1815840" cy="799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16C9B6F-D20C-E42F-E037-252E9DA819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08086" y="178971"/>
                <a:ext cx="19234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39EA8B3A-CEB8-27BE-D42F-2FAB6E51142E}"/>
                  </a:ext>
                </a:extLst>
              </p14:cNvPr>
              <p14:cNvContentPartPr/>
              <p14:nvPr/>
            </p14:nvContentPartPr>
            <p14:xfrm>
              <a:off x="4728446" y="861531"/>
              <a:ext cx="795960" cy="27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39EA8B3A-CEB8-27BE-D42F-2FAB6E5114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74806" y="753531"/>
                <a:ext cx="9036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02372E27-ED39-B8B0-3C36-5BC95123441E}"/>
                  </a:ext>
                </a:extLst>
              </p14:cNvPr>
              <p14:cNvContentPartPr/>
              <p14:nvPr/>
            </p14:nvContentPartPr>
            <p14:xfrm>
              <a:off x="4519286" y="2547051"/>
              <a:ext cx="2429280" cy="403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02372E27-ED39-B8B0-3C36-5BC9512344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65286" y="2439411"/>
                <a:ext cx="2536920" cy="25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148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CFB63C-3759-F59A-9525-26C0212BA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174" y="0"/>
            <a:ext cx="621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4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114</Words>
  <Application>Microsoft Office PowerPoint</Application>
  <PresentationFormat>와이드스크린</PresentationFormat>
  <Paragraphs>20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25</cp:revision>
  <dcterms:created xsi:type="dcterms:W3CDTF">2021-05-08T00:27:13Z</dcterms:created>
  <dcterms:modified xsi:type="dcterms:W3CDTF">2024-11-11T03:07:44Z</dcterms:modified>
</cp:coreProperties>
</file>