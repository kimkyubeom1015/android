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9" r:id="rId4"/>
    <p:sldId id="258" r:id="rId5"/>
    <p:sldId id="747" r:id="rId6"/>
    <p:sldId id="749" r:id="rId7"/>
    <p:sldId id="748" r:id="rId8"/>
    <p:sldId id="750" r:id="rId9"/>
    <p:sldId id="751" r:id="rId10"/>
    <p:sldId id="752" r:id="rId11"/>
    <p:sldId id="753" r:id="rId12"/>
    <p:sldId id="754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2:59.68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122 134 64,'-9'-85'8173,"2"50"603,7 34-8695,0 0-1,0 1 0,-1-1 0,1 0 0,0 0 0,0 1 0,-1-1 0,1 0 0,-1 1 0,1-1 0,-1 1 0,1-1 0,-1 0 0,1 1 1,-1-1-1,1 1 0,-1-1 0,0 1 0,1-1 0,-1 1 0,-1-1 0,-9 30-131,0 0 0,2 1 0,2 0 0,0 0 0,2 0 0,-1 36-1,6-62 75,-1-1-1,1 1 0,0-1 1,0 0-1,1 1 1,-1-1-1,1 1 0,0-1 1,0 0-1,0 0 0,0 1 1,0-1-1,1 0 0,0 0 1,3 5-1,-4-7-4,0 1 0,1-1 0,0 0 0,-1 1 0,1-1 0,0 0 0,-1 0 0,1 0 0,0 0 0,0 0 0,0-1 0,0 1 0,0 0 0,0-1 0,0 1 0,0-1 0,0 0 0,0 0 0,0 0 0,0 0 0,0 0 0,0 0 0,0-1 0,0 1 0,0 0 0,2-2 0,7-2 145,-1 0 1,1 0-1,-1-1 1,-1-1-1,1 0 1,-1 0-1,16-14 0,-19 15-9,1-1 0,-1-1 0,0 1 0,-1-1 0,0 0 0,0-1 0,0 1-1,-1-1 1,0 0 0,4-12 0,-7 15-27,0 0 0,0-1 0,0 1 0,-1-1 0,0 1 0,0-10 0,-1 12-83,1 0 0,-1 0 0,1 1 0,-1-1 1,0 0-1,0 0 0,0 1 0,0-1 0,0 0 0,-1 1 0,1 0 0,-1-1 0,0 1 1,0 0-1,1 0 0,-5-4 0,2 3-137,-1 0 0,1 0 0,-1 1 0,1 0 1,-1-1-1,0 2 0,0-1 0,0 0 0,0 1 0,0 0 0,0 0 0,-1 1 0,1-1 1,-8 2-1,-24 4-1661,-13 1-1930,8-4-5052,17-2 4962,18 0 550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2:59.6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56 9193,'0'0'8787,"3"0"-8595,12 0 5,-12 0 92,-1-4 90,15-32 923,-16 33-901,0 3-368,0-1 0,1 1 0,-1-1 0,0 1 0,0-1 0,0 1 0,0-1 0,0 0 0,0 1 0,0-1 0,0 0 0,1-1 0,0 0 13,-2 2-46,0 0 1,0 0 0,0 0-1,0 0 1,0 0-1,0 0 1,0 0 0,0 0-1,0-1 1,0 1-1,1 0 1,-1 0 0,0 0-1,0 0 1,0 0-1,0 0 1,0 0 0,0 0-1,1 0 1,-1 0-1,0 0 1,0 0 0,0 0-1,0 0 1,0 0-1,0 0 1,1 0 0,-1 0-1,0 0 1,0 0-1,0 0 1,0 0 0,0 0-1,0 0 1,0 0-1,1 0 1,-1 0 0,0 0-1,0 0 1,0 1-1,0-1 1,0 0 0,0 0-1,0 0 1,0 0-1,1 0 1,-1 0 0,0 0-1,0 0 1,0 1 0,0-1-1,0 0 1,11 15-109,-1 1 1,-1 0 0,0 1-1,11 33 1,18 74 538,-38-124-427,1 3 402,2-7-203,7-21 237,9-28 0,13-33 399,-31 84-822,0 0-1,0 0 1,0 0 0,0 1 0,0-1-1,1 0 1,-1 1 0,0-1-1,1 1 1,-1-1 0,1 1 0,-1-1-1,1 1 1,3-2 0,-5 3-18,0 0 1,0 0-1,1 0 1,-1 0-1,0 0 1,0 0-1,0 0 0,0 0 1,0 0-1,1-1 1,-1 1-1,0 0 1,0 0-1,0 0 1,0 0-1,0 0 1,1 0-1,-1 0 0,0 0 1,0 0-1,0 0 1,0 0-1,0 0 1,1 1-1,-1-1 1,0 0-1,0 0 1,0 0-1,0 0 0,0 0 1,0 0-1,1 0 1,-1 0-1,0 0 1,0 0-1,0 1 1,0-1-1,0 0 1,0 0-1,0 0 0,0 0 1,0 0-1,1 0 1,-1 1-1,0-1 1,0 0-1,0 0 1,0 0-1,7 12-224,-1 1 0,1-1 0,-2 1 0,0 0-1,-1 0 1,0 1 0,3 22 0,4 11-2576,-10-42 756,0 0 0,-1 0-1,1 0 1,-2 10-1,1-11 1581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2:59.68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436 277 4644,'0'0'4004,"-3"-2"-2957,-2-2-438,1 0 1,-1 0-1,1-1 1,0 1 0,-5-9-1,5 8-186,0 0-1,0-1 0,-1 2 0,1-1 1,-1 0-1,0 1 0,-9-6 0,6 5-249,0 1 0,0 1 0,-1-1 0,1 1 0,-1 0-1,0 1 1,0 0 0,0 1 0,0 0 0,0 0 0,0 1-1,0 0 1,0 0 0,-1 1 0,-10 2 0,7 1-107,0-1-1,0 2 1,1-1 0,-1 2 0,1 0 0,0 0 0,-13 10-1,18-10-66,0 0-1,0 0 1,1 1-1,0 0 0,0 0 1,0 1-1,1-1 0,0 1 1,1 0-1,0 1 1,-5 13-1,4-7-2,1 1 0,0 0 0,1 0 0,1 0 0,1 0 0,0 0 0,1 0 0,1 1 0,0-1 0,2 0 0,-1 0 0,2 0 0,0-1 0,7 17 0,-7-22 24,1 1 1,0-1-1,1 0 0,0 0 1,1-1-1,0 0 0,0 0 1,1-1-1,9 9 0,-10-11 14,0-1 1,0 0-1,1 0 0,0-1 0,0 0 0,0 0 0,1-1 0,-1 0 1,1 0-1,0-1 0,-1 0 0,14 1 0,-4-2 33,-1-1 0,0 0-1,1-1 1,-1-1 0,0 0 0,28-8 0,-35 7-125,1-1-1,-1 0 1,0-1 0,0 0 0,0-1 0,-1 1 0,0-2 0,0 0 0,0 0 0,-1 0 0,11-13 0,-7 4-662,0-2 1,-1 1 0,-1-2-1,0 1 1,-1-1 0,10-36 0,-4 2-2220,10-74 1,-16 40 980,-5 40 1321,-4 37 897,1 0 0,-1 0-1,-1-1 1,0 1 0,0 0-1,-1 0 1,-1 0 0,0 0-1,0 1 1,-8-18 0,9 23 636,-1 1 28,-25-21 3005,25 22-3571,2 5-313,1 0 0,-1-1 0,1 1 0,0 0 0,0-1 0,0 1 0,0 0 0,1 3 0,0 7-13,3 75-161,19 109-1,-9-95 74,16 162 147,-24-220-1169,-6-40 186,4-8-1745,0-2 1912,0 0-1,-1-1 0,1 1 1,-1-1-1,0 0 1,-1 0-1,0 0 0,2-11 1,2-3-507,35-109-2078,-41 129 3410,0 0-1,1 0 1,-1 0-1,1-1 1,-1 1 0,1 0-1,-1 0 1,1 0-1,0 0 1,-1 0-1,1 0 1,0 0-1,0 1 1,0-1-1,1-1 1,-2 2 0,1 0 0,-1-1 0,1 1 0,-1 0 0,0-1 0,1 1 0,-1-1 1,0 1-1,1-1 0,-1 1 0,0 0 0,1-1 0,-1 1 0,0-1 0,0 1 0,0-1 0,1 0 0,-1 1 0,0-1 0,0 1 1,0-1-1,0 1 0,0-1 0,0 0 0,5 4 1694,-2 0-1456,0 0 1,0 0 0,-1 0 0,1 0 0,-1 0 0,1 0 0,-1 1 0,0-1 0,1 5 0,16 42 2021,20 73-1127,-38-120-2642,3 9-2773,-4-9 3009,-8-9-833,-1-7-1555,-7-17 2669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2:59.68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8328,'0'0'2722,"19"32"-768,1-11-3235,21 24-4548,8-9-65,-31-36 5894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2:59.68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111 0 4740,'20'9'8147,"-37"-9"-5072,13 0-2963,0 0 1,0 0 0,0 1-1,-1-1 1,1 1 0,0 0-1,0 0 1,0 1 0,0-1-1,1 1 1,-1 0 0,0 0-1,1 0 1,-1 0 0,1 1-1,0 0 1,-1-1 0,1 1-1,1 0 1,-1 0 0,0 1-1,1-1 1,-1 1 0,1-1-1,0 1 1,0 0 0,1-1-1,-3 8 1,1-2-81,-1 0 0,2 0 0,-1 0 0,1 1 0,0-1 0,1 1 0,1 0 0,-1-1 0,1 1 0,1 0 0,0-1 0,0 1 0,1-1 0,0 1 0,0-1 0,1 0 0,5 10 0,-2-14-128,-3-3-9,-1-1 49,-1 0 0,1 0 1,-1 0-1,1 0 1,0 0-1,0 0 0,-1-1 1,1 1-1,0-1 1,0 1-1,0-1 0,0 1 1,0-1-1,0 0 0,0 0 1,0 0-1,0 0 1,-1 0-1,1-1 0,0 1 1,4-2-1,3-2-635,1-1-1,-1 0 1,1-1 0,-2 0 0,1 0-1,-1-1 1,0 0 0,8-9-1,58-74-7553,-59 71 7562,-4 1 1115,-11 16-325,1 0 0,0 0 0,0 0 1,0 0-1,1 0 0,-1 0 0,0 1 0,1-1 1,-1 0-1,1 1 0,0-1 0,3-2 0,-5-22-5162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2:59.68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 1 5413,'0'0'2904,"-2"4"-341,1 0-2343,0 1 1,0 0 0,0 0-1,1-1 1,0 1 0,0 0-1,0 0 1,1 8 0,11 47 215,-3-15-120,15 189 637,-21-138-3465,-1-75-2649,1-24 3114,-1 1 319,14-7-872,-16 7 2553,1-1-1,0 1 0,0 0 1,-1-1-1,1 1 1,-1 0-1,0-1 1,0 1-1,0-1 1,0-2-1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2:59.68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226 1 8968,'-1'3'356,"0"0"0,0 1 0,-1-1-1,1 0 1,-1 0 0,1 0 0,-1-1-1,0 1 1,-1 0 0,1-1-1,0 1 1,-5 3 0,-39 25 1894,25-18-1763,-83 63 2465,97-71-2613,6-5-277,0 1 0,0-1 0,-1 1-1,1 0 1,0-1 0,0 1-1,0 0 1,0 0 0,0 0-1,0 0 1,0 0 0,0 0 0,0 0-1,1 0 1,-1 0 0,0 0-1,1 0 1,-1 0 0,0 1 0,1-1-1,0 0 1,-1 0 0,1 1-1,0-1 1,0 0 0,-1 1 0,1-1-1,0 0 1,0 1 0,1-1-1,-1 0 1,0 3 0,2 0 22,0 1 0,1-1 0,-1 1 0,1-1 0,-1 0 0,1 0 0,1 0 0,-1 0 0,0 0 0,1-1 0,0 0 0,0 1 0,0-2 0,8 6 0,17 8-13,0-1 1,1-2-1,52 16 1,95 15-3705,-98-33-1604,-26-4 101,-44-6 3528,1 0-1,-1 0 1,12-2 0,-12 1 487,-3 0-523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2:59.6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65 146 4965,'-3'-1'2605,"-1"-2"-2002,-1-1 0,1 1 1,0-1-1,0 0 0,1 0 0,-1 0 0,1 0 1,0-1-1,0 1 0,0-1 0,0 0 1,-1-6-1,2 8 470,0-1-37,-8-14 3480,10 18-4499,1 0-1,-1 0 1,1 0-1,-1 0 1,1 0 0,-1 0-1,1 0 1,-1 0 0,0 0-1,1-1 1,-1 1 0,1 0-1,-1 0 1,1 0 0,-1-1-1,0 1 1,1 0 0,-1 0-1,1-1 1,-1 1-1,0 0 1,1-1 0,-1 1-1,0-1 1,1 1 0,-1-1-2,0 0 0,1 1 1,-1-1-1,1 1 0,-1-1 1,1 1-1,-1 0 1,1-1-1,-1 1 0,1-1 1,0 1-1,-1 0 0,1-1 1,0 1-1,-1 0 0,1 0 1,0 0-1,-1 0 0,1-1 1,0 1-1,-1 0 1,1 0-1,0 0 0,1 1 1,188 3 918,148-4 379,354-26-534,-430 13-287,-2 1-81,-99 12-305,-147 2-1909,21 11 4922,-23-9-9749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2:59.69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306 0 10410,'-2'4'3582,"-29"56"1471,-16 31-4746,35-71-196,-13 25 279,-2-1 0,-60 75 0,49-72-4853,36-44 2579,-15-6-2793,15 0 3875,0 0-1,0 0 1,1 0 0,-1-1-1,1 1 1,-1 0-1,1-1 1,0 1 0,1 0-1,-2-6 1,2 6 1033,-1-10-1138,1-29 800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2:59.6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7463,'0'0'10426,"1"3"-9753,8 14-147,1 0 1,1-1 0,1 0 0,20 21 0,-2-2-321,76 105-998,-71-90-2968,-1 5-4773,-29-47 7246,2 5-299,5 5-2636,5 4 3000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2:59.69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39 40 6086,'13'5'3383,"-13"-5"-3259,0 0 0,0-1 0,1 1-1,-1 0 1,0 0 0,2-12 9576,-4 13-9675,1-1-1,-1 1 1,1-1-1,0 1 1,-1 0-1,1 0 0,0-1 1,-1 1-1,1 0 1,0 0-1,-2 2 166,0 0-94,-10 14 123,10-14-181,-10 15-20,13-12-23,0 4-35,-2-6 35,1 1 5,0 22-64,1-1 1,1-1 1,1 1-1,1-1 1,2 0-1,11 42 1,-12-59 30,-1 1 1,1 0 0,0-1-1,1 0 1,0 0 0,1 0 0,-1-1-1,10 10 1,-10-13 5,0 0-1,0 0 1,0 0 0,1 0-1,0-1 1,0 0 0,-1 0-1,2-1 1,-1 1 0,0-1-1,0-1 1,1 1 0,7 0 0,1-1 27,-1-1 0,0 0 0,0-1 0,0-1 1,0 0-1,0-1 0,0 0 0,-1-1 1,1 0-1,-1-2 0,0 1 0,18-12 0,-20 11 217,1-2 1,-2 1-1,1-1 0,-1 0 0,-1-1 0,0 0 0,0-1 0,0 0 0,-1 0 1,-1-1-1,0 0 0,0-1 0,6-15 0,-10 20-56,-1 0 0,0 0-1,0 0 1,-1-1 0,0 1 0,0 0-1,-1-1 1,0 1 0,0 0 0,0-1-1,-1 1 1,-1 0 0,1-1 0,-1 1-1,0 0 1,0 0 0,-1 0 0,0 1-1,0-1 1,-1 1 0,0-1 0,-8-9-1,5 8-204,-1 0 0,1 1-1,-2 0 1,1 0 0,-1 1-1,0 0 1,0 0 0,0 1-1,-1 1 1,0-1 0,0 2-1,0-1 1,0 1 0,-1 1-1,-12-2 1,10 2-286,-1 1 1,1 1-1,0 0 0,-1 1 1,1 0-1,-15 3 0,-4 12-1016,19-11 812,6-3 2,1 1 0,0-1 0,1 1 0,-1 0 0,0 1 0,-8 6 1,-42 25-7056,41-17 3555,1-11 348,14-6 3516,0 0 0,0 0 0,0 0 0,0 0 0,0 0 0,0 0 0,0 0 0,0 0 0,1 0 1,-1 0-1,0 0 0,1 0 0,-1 0 0,1 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2:59.69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505 35 8104,'0'1'143,"0"-1"1,1 1-1,-1-1 1,0 1-1,0-1 1,0 1-1,0-1 1,0 1-1,0-1 1,-1 1-1,1-1 1,0 1-1,0-1 1,0 1-1,0-1 1,0 0-1,-1 1 1,1-1-1,0 1 1,-1-1 0,1 1-1,0-1 1,-1 1-1,-8-5 2627,7 2-1388,-13-9-501,12 9-438,-30-17 2146,30 17-2367,0 1-1,-1 0 1,1 0 0,0 0-1,-1 0 1,1 1-1,-1-1 1,0 1-1,1 0 1,-7 0 0,3 0 15,-17 2 537,0 1 0,-40 10 0,-3 1 288,25-7-910,0-3-1,-47 0 0,52-4-3802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2:59.69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264 15 7175,'-30'-9'7791,"16"7"-6043,1 0 1,-28 1-1,40 1-1698,-1 0-1,1 0 1,0 0-1,-1 0 1,1 1-1,0-1 1,-1 0-1,1 1 1,0-1-1,0 1 1,-1-1-1,1 1 1,0 0-1,0 0 1,0-1-1,0 1 1,-2 2-1,1-1 64,-15 6 36,2 1 1,-1 1-1,1 1 1,1 0-1,0 0 1,-19 21-1,32-31-147,0 0 1,0 1-1,0-1 1,0 0-1,0 1 1,0-1-1,0 0 0,0 1 1,0-1-1,1 1 1,-2 1-1,1 2-4,0-3-7,0 0 1,1 0-1,0 0 0,-1 0 1,1 0-1,0 0 0,0 0 1,0 0-1,0 1 1,1-1-1,-1 0 0,0 0 1,1 0-1,-1 0 1,1 0-1,0 0 0,0 0 1,0-1-1,0 1 1,2 3-1,-2-4 8,7 8-41,17 7 29,0-1 1,53 22-1,-56-28-138,0 1 0,-1 0 0,0 2 0,0 1 0,-1 0 0,19 18 0,25 24-7718,-51-44 2692,-2-7 3633,-6-3 263,-4-1 1168,-1 1 0,0-1 0,0 0 0,1 0 0,-1 0 0,0 0 0,1 1 0,-1-1 0,0 0 0,1 0 1,-1 0-1,0 0 0,0 0 0,1 0 0,-1 0 0,0 0 0,1 0 0,-1 0 0,0 0 0,1 0 0,-1 0 0,0 0 0,1 0 0,-1 0 0,0-1 0,0 1 0,1 0 0,-1 0 0,0 0 0,1-1 0,21-11-1483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2:59.6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65 67 3395,'-1'0'80,"0"0"0,0 0 0,0 0 0,0 0 0,0 0 0,0 0 0,0 0 0,0 1 0,0-1 0,0 1 0,0-1 0,0 0 0,0 1 0,0-1 0,1 1 0,-1 0 0,0-1 0,0 1 0,0 0 0,1 0 0,-1-1 0,0 1-1,1 0 1,-1 0 0,1 0 0,-1 0 0,1 0 0,-1 0 0,1 0 0,0 0 0,-1 0 0,1 0 0,0 0 0,0 1 0,-9 18 143,4-10-146,0 1-1,1 1 1,0-1 0,1 0 0,0 1 0,1 0 0,0 0 0,1 0 0,0 17-1,1-29-69,-1 1-1,1-1 1,0 0-1,0 0 1,0 0-1,0 1 0,0-1 1,0 0-1,0 0 1,0 0-1,0 1 1,0-1-1,0 0 1,0 0-1,0 0 0,0 1 1,1-1-1,-1 0 1,0 0-1,0 0 1,0 0-1,0 1 0,0-1 1,0 0-1,0 0 1,0 0-1,1 0 1,-1 1-1,0-1 0,0 0 1,0 0-1,0 0 1,1 0-1,-1 0 1,0 0-1,0 0 1,0 0-1,1 1 0,2-1 98,1 1 0,-1 0 1,1-1-1,0 0 0,-1 0 0,1 0 0,-1 0 0,1-1 0,0 1 0,-1-1 0,1 0 0,-1 0 0,0 0 0,1 0 0,-1-1 0,0 1 0,0-1 0,6-4 0,3-2 709,-1 0-1,0 0 0,19-20 1,-11-4 2350,-17 29-3091,-1 1 62,-1 1 1,1-1 0,-1 1 0,0-1-1,1 1 1,-1-1 0,0 1 0,0-1-1,0 1 1,0-1 0,0 1 0,-1-1-1,1 1 1,0-1 0,-1 1 0,1-1-1,-1 1 1,1-1 0,-1 1 0,-1-2-1,1 1 10,0 0-195,0 0 1,0 1-1,-1-1 0,1 0 0,0 1 0,-1 0 1,0-1-1,1 1 0,-1 0 0,0 0 0,1 0 1,-1 0-1,0 0 0,-2-1 0,-9-5-1205,-17-18-7244,18 14 6307,2 0-1405,-11-25 1036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2:59.6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10250,'0'0'3459,"13"29"-224,-6-9-2530,-7-1-897,9 1-257,-5 3 33,-4-1-33,11 3 161,-11-2 32,0 3-289,0-5-544,0-3-1217,12 13-833,-17 3-3267,-15-34 4292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2:59.69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7655,'0'0'3107,"11"43"-64,-6-21-2338,2 1-641,-1 1-96,-1-1-32,1 0 64,-6-3-96,0-4-257,0 9-2113,0-62-9097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2:59.69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41 36 5509,'-4'-20'2274,"3"17"-592,2 2-1548,0 1 0,0 0 0,0-1-1,1 1 1,-1-1 0,0 0 0,0 1 0,0-1 0,0 0-1,0 1 1,0-1 0,1-2 0,-1 2 85,-1 1-210,0 0 0,0 0 0,1 0 0,-1 0 0,0 0 0,0-1-1,0 1 1,0 0 0,0 0 0,0 0 0,0 0 0,0 0 0,1 0 0,-1 0 0,0 0-1,0 0 1,0 0 0,0 0 0,0 0 0,0 0 0,0 0 0,1 0 0,-1 0 0,0 0 0,0 0-1,0 0 1,0 0 0,0 0 0,0 0 0,1 0 0,-1 0 0,0 0 0,0 0 0,0 0 0,0 0-1,0 0 1,0 0 0,0 0 0,1 0 0,-1 0 0,0 0 0,0 1 0,0-1 0,0 0 0,0 0-1,0 0 1,0 0 0,0 0 0,0 0 0,0 0 0,0 0 0,1 1 0,-1-1 0,0 0-1,0 0 1,0 0 0,9 18-5,0-1-1,-1 1 1,0 1 0,-2-1-1,0 1 1,-1 0-1,-1 1 1,2 36-1,-6-50 47,0 0 1,-1 0-1,0 0 0,0 0 0,-1 0 0,1 0 0,-1-1 1,-1 1-1,1 0 0,-1-1 0,0 0 0,-5 8 0,2-4 115,5-6-32,-1 0 0,0-1-1,0 1 1,0-1 0,0 1 0,-1-1 0,1 0-1,-1 0 1,1 0 0,-1 0 0,0 0 0,0-1-1,0 1 1,0-1 0,-5 2 0,7-2 0,-1-1 1,1 0-1,0 1 1,-1-1-1,1 0 1,-1 0-1,1 1 1,0-1-1,-1 0 1,1-1 0,-1 1-1,-2 0 1,0-1 201,-1 1 722,3-2-11,1 0-939,0 0 0,0-1 0,0 1-1,0 0 1,0-1 0,0 1 0,0 0-1,1-1 1,-1 1 0,1-1 0,0 1-1,0-1 1,0 1 0,0-1 0,0 1-1,0 0 1,1-1 0,-1 1 0,1-1-1,-1 1 1,1 0 0,0-1 0,1-1-1,3-7-146,-1 1-1,1 0 1,1 0-1,9-13 1,-11 19-49,2-5-532,1 0 0,0 0 0,10-7 0,7-15-4648,-23 30 4891,0 0-1,0 0 1,0 0 0,0 0 0,0 0-1,0 0 1,0-1 0,0 1-1,0 0 1,0 0 0,-1-1 0,1 1-1,0-1 1,0-1 0,3-8-1635,8-4-1505,-9-14 1126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2:59.69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10410,'4'0'3539,"24"3"-97,-23-2-3419,-1 1-1,1-1 1,-1 1-1,0-1 1,0 1-1,0 0 1,5 4 0,-6-4-118,0 0 0,-1 0 0,1 1 1,-1-1-1,0 1 0,0-1 1,0 1-1,0 0 0,0 0 1,-1 0-1,1 0 0,-1 0 0,1 0 1,-1 0-1,0 0 0,-1 1 1,1-1-1,-1 0 0,1 1 0,-1 6 1,-1 10 78,-2 0 0,0 0 1,-1 0-1,-1-1 0,-9 23 1,7-17 98,4-14 49,1 0 1,1 0-1,0 1 1,0 11-1,1-23-129,0 0 1,0 0-1,0 0 0,0 1 0,0-1 1,0 0-1,0 0 0,0 0 1,0 0-1,0 0 0,0 0 0,0 1 1,0-1-1,0 0 0,0 0 0,0 0 1,0 0-1,0 0 0,0 0 1,0 0-1,0 1 0,0-1 0,0 0 1,0 0-1,0 0 0,0 0 1,0 0-1,0 0 0,0 0 0,0 1 1,1-1-1,-1 0 0,0 0 0,0 0 1,0 0-1,0 0 0,0 0 1,0 0-1,0 0 0,0 0 0,1 0 1,-1 0-1,0 0 0,0 0 1,0 0-1,0 0 0,0 0 0,0 0 1,0 0-1,1 0 0,-1 0 0,0 0 1,0 0-1,0 0 0,0 0 1,0 0-1,5 0-74,0-1-1,0 0 1,0 0 0,-1-1 0,1 0 0,-1 1-1,1-2 1,-1 1 0,0 0 0,0-1 0,0 0-1,0 0 1,0 0 0,0 0 0,-1 0 0,5-6-1,-4 5-223,-2 2 62,-1 0-1,1 1 0,-1-1 0,0 0 1,1 0-1,-1 0 0,0 0 0,0 0 1,0 0-1,-1-1 0,1 1 0,0 0 0,0-3 1,4-12-1785,13-3-1340,-11-10 59,1 8 811,-17-13 2008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2:59.70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35 10570,'3'2'3224,"9"7"-474,-4-9-1907,40-15-2220,-20 2 721,-25 11 670,1 0 0,-1 0 0,1 0-1,0 0 1,0 0 0,0 1 0,0 0-1,0 0 1,0 0 0,0 0 0,0 1-1,1 0 1,-1-1 0,0 2 0,0-1-1,5 1 1,-7-1-74,0 1-1,1 0 1,-1 0 0,0 0-1,0 0 1,0 0 0,0 0-1,0 0 1,0 0 0,0 1-1,-1-1 1,1 1 0,0 0-1,-1-1 1,1 1 0,-1 0-1,0 0 1,1 0 0,-1 0-1,0 0 1,1 4 0,-1-2-23,0 1 1,0-1 0,0 0-1,-1 0 1,0 1 0,0-1 0,0 0-1,-1 0 1,1 1 0,-1-1 0,0 0-1,-2 6 1,-25 70 776,26-76 961,5-4-791,-2 0-818,0 0-1,-1 1 1,1-1 0,0 0 0,-1 0 0,1 0-1,0 0 1,0 0 0,-1 0 0,1 0-1,0-1 1,0 1 0,-1 0 0,1 0-1,0 0 1,-1-1 0,1 1 0,0 0-1,-1-1 1,1 1 0,-1-1 0,2 0 0,72-80 2804,-71 78-2898,-2 3-33,1 0 0,-1 0-1,1 0 1,-1 0 0,0 1 0,1-1-1,-1 0 1,1 0 0,-1 1 0,0-1-1,1 1 1,-1 0 0,0-1-1,0 1 1,1 0 0,-1 0 0,0-1-1,0 1 1,0 0 0,0 0 0,0 0-1,0 1 1,0-1 0,0 0 0,0 1-1,0 1-47,0 0 1,0 0-1,0 0 0,-1 1 0,1-1 0,-1 0 0,0 0 0,0 0 1,0 0-1,0 1 0,-1 2 0,-2 12-170,-1-1 0,-1 0 0,-9 21 0,12-32 328,0-1 123,1 0 1,0 0-1,0 0 0,0 0 0,1 9 0,0-9 323,4-3 27,8 4-246,-1-2 1,1 1-1,0-2 0,0 1 1,16 1-1,-8-2-122,-1 2-1,26 9 1,-40-12-195,-1 0 1,1 0 0,-1 0 0,1 1 0,-1 0-1,0 0 1,0 0 0,0 0 0,-1 1 0,1-1-1,-1 1 1,0 0 0,0 0 0,3 5 0,-4-5-105,-1 1 0,1-1 1,-1 0-1,0 1 1,0-1-1,-1 1 0,1 0 1,-1-1-1,0 1 0,-1-1 1,1 1-1,-1 0 1,1-1-1,-1 1 0,-1-1 1,1 0-1,-4 8 0,0-1-453,0 0 0,-1 0 0,0-1-1,-1 0 1,-10 13 0,-44 54-5046,25-51 2541,11 4 699,23-29 2388,0 0-1,-1 0 0,1 0 1,0 0-1,-1-1 1,1 1-1,-1-1 1,1 0-1,-1 1 1,1-1-1,-1 0 1,-2-1-1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2:59.7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117 56 6983,'0'3'3187,"-1"-2"-3051,1 0 1,0-1-1,0 1 1,0 0-1,0-1 1,-1 1-1,1 0 1,0-1-1,-1 1 1,1-1-1,-1 1 1,1 0 0,0-1-1,-1 1 1,1-1-1,-1 1 1,0-1-1,1 1 1,-1-1-1,1 0 1,-1 1-1,0-1 1,1 0-1,-1 1 1,0-1-1,1 0 1,-1 0-1,0 0 1,1 1-1,-1-1 1,0 0 0,0 0-1,1 0 1,-1 0-1,0 0 1,1 0-1,-1-1 1,0 1-1,-1 0 1,-1 2 119,-5 4-121,3-3-54,1 0-1,-1 1 1,1-1 0,0 1-1,-1 0 1,2 1 0,-1-1 0,0 0-1,1 1 1,0 0 0,0 0 0,1 0-1,-4 8 1,0 8-123,6-10-1,6 8-11,-6-19 53,0 1 0,0-1 0,0 0-1,1 1 1,-1-1 0,0 1-1,0-1 1,0 0 0,0 1 0,1-1-1,-1 0 1,0 1 0,1-1-1,-1 0 1,0 1 0,0-1 0,1 0-1,-1 0 1,0 0 0,1 1 0,-1-1-1,1 0 1,-1 0 0,1 1-1,4 1 25,1 0 0,-1 0-1,1 0 1,0-1 0,0 1 0,-1-1-1,1-1 1,0 1 0,0-1-1,0 0 1,0 0 0,0-1-1,0 0 1,-1 0 0,10-3-1,-4 1 231,-1-2 0,0 0 0,-1 0 0,1-1 0,-1 0 0,0 0 0,-1-1 0,1 0 0,-2-1 0,1 0 0,-1 0 0,8-11 0,-15 18-218,1 0 0,-1 1 0,0-1 1,1 0-1,-1 1 0,0-1 0,0 0 0,0 0 1,1 1-1,-1-1 0,0 0 0,0 0 0,0 1 1,0-1-1,0 0 0,-1 0 0,1 1 0,0-1 1,0 0-1,0 0 0,-1 1 0,1-1 0,0 0 1,-1 1-1,1-1 0,-1-1 0,-5-3 221,-3 2-424,1 0 0,-1 1 0,0 1 0,0-1 0,-1 1 0,1 1 0,-18 0 0,-35-2-4232,49-1 2073,1 1-1,0-2 1,1 1-1,-18-9 1,29 12 2189,-1-1 0,1 1 0,-1 0 0,1-1 0,-1 1 0,1 0 0,-1-1 0,1 1 0,-1-1 0,1 1 1,0-1-1,-1 1 0,1-1 0,0 1 0,0-1 0,-1 1 0,1-1 0,0 1 0,0-1 0,0 1 0,-1-1 1,1 1-1,0-2 0,-13-41-1010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2:59.70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11787,'5'10'365,"-2"-5"-110,0 0-1,0 0 0,-1 1 0,0 0 0,0-1 0,-1 1 0,1 0 0,-1 0 0,0 0 0,-1 8 0,1 4-1630,1 0-1,7 30 1,2 22-1653,-9-53 2633,-1-12 485,0 0-1,-1 0 1,1-1 0,-1 1 0,0 0-1,-1 0 1,1-1 0,-1 1 0,0 0-1,0 0 1,0-1 0,-4 8 0,-3 6 962,6-13-239,-13 1-11,19-12-535,-1 2 1,1-1 0,0 0 0,0 1-1,1 0 1,-1 0 0,1 0 0,9-6-1,50-26 1265,-31 19-1533,31-12-2860,-60 27 1309,-9 14-7066,4-9 8378,-1-1-1,1 1 1,-1 0 0,0-1-1,0 0 1,-2 3-1,1-3 205,1-1-1,-1 1 0,1-1 0,-1 0 0,0 0 0,1 0 0,-1-1 1,0 1-1,0-1 0,-3 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2:59.70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26 1 4164,'-26'19'2851,"26"17"-129,0-11-1248,0-5-481,6 0 160,21-6-865,-8-14-192,-1 0-192,2 0-320,0-9-353,0 2-256,-2 0-352,12 2-3204,-30-13 1730,18 25 225,-23-27 2626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2:59.70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 21 4965,'0'0'4868,"3"0"-4531,2-1-83,0 0 0,0 0 0,0 0 0,9-4 0,-13 4-225,-1 1 0,1 0-1,-1-1 1,1 1 0,-1 0 0,1 0-1,-1-1 1,1 1 0,-1 0 0,1 0-1,0 0 1,-1 0 0,1 0 0,-1 0-1,1 0 1,-1 0 0,1 0 0,0 0-1,-1 0 1,1 0 0,-1 0 0,1 0-1,-1 1 1,2-1 0,-2 0-5,0 1 0,1-1 0,-1 0 0,1 0 0,-1 0 0,1 0 0,-1 0 1,0 0-1,1 0 0,-1 0 0,1 0 0,-1 0 0,1 0 0,-1 0 0,1 0 0,-1 0 0,0 0 1,1 0-1,-1 0 0,1 0 0,-1-1 0,0 1 0,1 0 0,-1 0 0,1-1 0,-1 1 0,1-1 0,2 0 99,0 0 0,0 0 0,1 0 0,-1 0-1,0 0 1,8 0 0,-8 1-11,-4 3-86,0-1-1,0 1 1,0 0-1,-1-1 1,1 1-1,-1-1 1,1 1-1,-1-1 1,0 0-1,0 0 1,0 0 0,0 0-1,-1 0 1,-1 2-1,-19 19 67,-12 25 52,22-21-48,12-26-91,1 0 0,-1 0 0,1 0 0,-1-1 0,1 1 0,0 0 0,-1 0 0,1 0 0,0 0 0,0 0 0,0 0-1,0-1 1,0 1 0,0 0 0,0 0 0,0 0 0,0 0 0,0 0 0,1 1 0,-1 0 14,0 2 45,0 0 27,0-4-85,0 0 1,0 1 0,0-1-1,0 0 1,0 1-1,0-1 1,-1 0-1,1 1 1,0-1 0,0 0-1,0 1 1,0-1-1,0 1 1,0-1-1,0 0 1,1 1-1,-1-1 1,0 0 0,0 1-1,0-1 1,0 0-1,0 1 1,0-1-1,1 0 1,-1 1 0,0-1-1,0 0 1,1 1-1,-1-1 1,0 0-1,0 0 1,1 1 0,-1-1-1,0 0 1,1 0-1,-1 0 1,0 0-1,1 1 1,61 4 388,-59-4-389,0-1-1,0 1 1,0 0 0,0 0-1,0 0 1,0 0 0,0 0 0,0 1-1,4 2 1,-1 0-10,-3-3-22,0 2-12,7 11-26,-9-12 21,0 1 0,0 0 0,0 0 0,-1 0 0,1 0 0,-1 0-1,0 0 1,0 0 0,0 0 0,0 0 0,-1 0 0,0 4 0,-2 2-96,-15 16 175,-1-1 0,-1-1 0,-25 23 0,41-42 151,3-3-163,0 0 1,1-1-1,-1 1 1,1 0 0,-1-1-1,1 1 1,-1 0-1,1-1 1,-1 1-1,1 0 1,0 0-1,-1 0 1,1-1-1,0 1 1,0 0-1,0 0 1,0 1 0,-2 1 328,14-5-174,-1 0-1,0-1 1,0-1-1,0 0 1,0 0-1,-1-1 1,20-12-1,-5 3-15,-18 11-133,76-44-413,-73 40-622,1 0 0,15-16 0,-21 17 561,-1-1 0,1 0 1,-1 0-1,-1 0 1,1 0-1,-1-1 0,-1 1 1,1-1-1,1-11 0,2-46 5313,-6 61-2787,-12-8-732,10 9-1125,0 0 1312,1 3-1504,0 1-1,-1-1 1,1 1-1,0 0 0,0-1 1,0 1-1,0 0 1,1 0-1,-1-1 0,0 1 1,-1 2-1,1-3 1,-1 7 36,-6 94-378,14 45-2974,-5-135 1615,-2-1 1,1 1 0,-2-1-1,1 1 1,-6 16 0,-5-15-1884,11-11 3323,1 0-1,-1 0 0,1 1 0,0-1 0,-1 0 1,1 0-1,0 0 0,0 1 0,0-1 0,-1 0 1,1 0-1,1 2 0,-1-3 214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2:59.7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7783,'3'10'1487,"15"47"3471,26 65-4271,-43-119 840,0-6-1078,3-7-229,-1 1 0,1 0 1,1 0-1,0 0 1,0 0-1,1 1 0,0-1 1,0 1-1,1 1 1,0-1-1,0 1 0,1 1 1,8-7-1,26-15-417,-39 26-22,0 5-59,9 7 1,-12-9 270,0-1 0,1 0 0,-1 0 0,0 0 0,0 0 0,0 0 1,0 1-1,1-1 0,-1 0 0,0 0 0,0 0 0,0 0 0,0 1 1,0-1-1,0 0 0,0 0 0,0 1 0,1-1 0,-1 0 0,0 0 1,0 0-1,0 1 0,0-1 0,0 0 0,0 0 0,0 1 0,0-1 0,0 0 1,0 0-1,0 0 0,-1 1 0,1-1 0,0 0 0,0 1 0,-12 34-327,8-26 461,1 0 0,0 1 0,0-1 0,1 0 0,0 1 1,0 13-1,2-6 241,0-17-359,0 0-1,-1 1 1,1-1-1,0 0 1,0 0 0,0 0-1,0 1 1,0-1-1,0 0 1,0 0 0,1 1-1,-1-1 1,0 0-1,0 0 1,0 0 0,0 1-1,0-1 1,0 0-1,0 0 1,0 0 0,0 0-1,1 1 1,-1-1-1,0 0 1,0 0 0,0 0-1,0 0 1,1 1-1,-1-1 1,0 0 0,0 0-1,0 0 1,1 0-1,-1 0 1,0 0 0,5 2-188,0 0 1,-1-1 0,1 0 0,0 0 0,0 0-1,0-1 1,0 1 0,0-1 0,0 0 0,0-1 0,0 1-1,-1-1 1,10-2 0,-1 1-845,-9 1 493,1 0 1,-1 0 0,1 0-1,-1 0 1,0-1 0,0 0-1,0 0 1,0 0 0,0 0 0,0-1-1,0 0 1,6-5 0,-5 4-32,29-19-3368,-7-12 480,-22 30 3117,1 0 0,0 1 0,0-1 0,8-4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2:59.7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2 112 2050,'0'0'3913,"1"-3"-3150,0-2-627,0 1 0,0-1-1,-1 1 1,0-1-1,0 0 1,0 1 0,0-1-1,-1 0 1,-1-7-1,1 8 511,0 1-240,3-14 9918,10 13-3090,0 3-9332,-4-2 2465,-7 2-349,-1 1 0,0-1 0,1 1 0,-1 0-1,1-1 1,0 1 0,-1 0 0,1 0 0,-1-1 0,1 1 0,0 0-1,-1 0 1,1 0 0,-1 0 0,1-1 0,0 1 0,-1 0-1,1 0 1,0 0 0,0 1 0,13-1 116,-1 0 1,1-1 0,-1-1-1,15-3 1,-23 4-106,0 0 0,0 0 0,0 1 0,0-1 0,0 1 0,0 0 0,0 1 0,7 0-1,-7 0-5,100-7 361,107 6-96,-164-2-231,-29 1-42,0 1 0,31 2 0,24 4 75,-49-4-31,0-1-1,27-1 0,-27-1 20,47 4 0,36 3-30,-76-4-37,0 0 0,35-4 0,-8 0-1,185 13 33,16-11 266,-175 6-218,-6-1-59,5 0 6,77 1 26,50-1 90,-194-5-103,0 0 0,0 1 0,1 1-1,-1 1 1,29 8 0,-44-11-271,0 1 0,0-1 0,0 1 1,0 0-1,0-1 0,0 1 0,-1 0 0,1 0 1,0 0-1,0 0 0,-1 0 0,1 0 0,-1 1 1,1-1-1,-1 1 0,0-1 0,1 1 0,-1-1 1,2 4-1,-33-21-16603,21 9 14927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2:59.70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198 61 3139,'0'0'2237,"-3"-3"-1378,-11-9-85,11 9 812,-1 0-700,-11-10 5,11 10-26,1 0-53,-6-8-124,6 8-100,-14-4 292,13 8-815,-12 5-76,-12 5 32,25-10-3,-6 5 39,6-4-149,-22 12 801,23-13-628,1 0 0,-1 0 1,1-1-1,0 1 0,0 0 0,-1 0 1,1 1-1,0-1 0,0 0 1,0 0-1,0 0 0,0 1 1,0-1-1,0 3 438,-1-1-33,-5 13 37,5-12 497,1-1-556,-3 10-21,3-9 934,2-1-1120,3 10-28,-3-10 401,2-1-459,1 1-37,1 0 1,-1 0-1,1-1 0,0 0 1,7 3-1,56 0 880,372-5 593,-290 11-1350,-60-4-33,38-1 32,46-1-128,89-5 224,-173-5-229,-4-1-27,-58 4-64,43-1 102,-41 2-101,-27-1-38,3 3 14,38 6 82,-29-7-59,-12 0 0,0 1-5,10 3-17,-7-3 22,3-1 22,-7 0-57,0 0 0,0 1 1,0-1-1,0 0 0,0 1 1,0 0-1,0-1 0,-1 1 0,1 0 1,0 0-1,0 0 0,-1 0 1,1 0-1,-1 1 0,3 1 0,-2-1-113,0 0-840,5-35-18355,-2 18 17674,8-31-3167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4:48.9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392 0 12364,'-2'2'7527,"-15"9"-7100,2 1 0,-1 0 1,2 2-1,-24 26 0,8-4-128,-23 40-1,24-28-183,3 1-1,2 2 1,2 0 0,2 1-1,2 1 1,3 1 0,-15 98-1,18-49-138,5 0 1,3 1-1,14 134 0,1-132-7,4-1-1,50 180 0,-44-217-110,3-1-1,3-1 1,3-2-1,2-1 0,46 66 1,-63-108-885,0 0 0,2-2 0,0 0 0,39 32-1,-48-44 36,1 0 0,1-1 0,-1 0 0,1-1 0,0 0-1,0 0 1,1-1 0,-1 0 0,1-1 0,0 0-1,0-1 1,0 0 0,19 0 0,-26-3 607,-1 1 0,1-1 0,-1 1-1,1-1 1,-1 0 0,1-1 0,-1 1 0,5-3 0,-8 4 381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5:08.0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294 0 14350,'15'39'4164,"-30"-18"96,-4 6-3972,4 7-320,-5 5-64,-6 2-289,1 1-127,-11-8-609,12 3-417,-10-11-864,7-9-1089,12 5-673,-12-22 64,1-9-1121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5:08.3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5765,'36'10'5253,"2"-10"-3747,-15 7-513,-1-1-641,-1 4-416,1 2-384,-3 0-385,4 22-2979,-23-3-2466,-20-31 3844,20 32 2434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5:08.7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0 122 9641,'9'-5'702,"0"0"0,0 1 0,1 0 0,-1 0 0,1 1 0,0 1 0,0-1 0,0 1 0,15 0 0,38-9 681,46-19-1255,67-16-4388,-175 46 4043,0 0 1,-1 0-1,1-1 1,0 1-1,0 0 1,-1 0-1,1 0 1,0 0-1,0 0 1,0 0-1,-1 0 1,1 1 0,0-1-1,0 0 1,0 0-1,-1 1 1,1-1-1,0 0 1,-1 1-1,1-1 1,0 1-1,0 0 1,0 0 173,0 0 1,-1-1 0,1 1 0,-1 0-1,0 0 1,1 0 0,-1 0 0,0 0-1,1 0 1,-1 0 0,0 1-1,0-1 1,0 0 0,0 0 0,0 1-1,-2 8 909,1-1 0,-1 0 0,-6 14 0,3-3-649,-14 52 580,4 2 0,-5 75 0,19-130-1501,-1 0-1,-1 0 0,0-1 1,-2 0-1,-12 34 0,-5 7-5306,1-39 3225,12 3 1638,9-23 1140,-1 1 0,0 0-1,0-1 1,0 1 0,0-1 0,0 1 0,0-1 0,0 0-1,0 1 1,0-1 0,0 0 0,0 0 0,0 0 0,0 1 0,0-1-1,0 0 1,0 0 0,-1-1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5:09.0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48 641,'14'-7'800,"-14"-15"-2241,17 22 1441,-27-18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5:09.3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1 7399,'0'0'6262,"-3"1"-4468,-9 4 5615,15-3-7078,7 4-310,-1 2 0,0-1 0,0 1 0,0 0 0,-1 1 0,0 0-1,13 19 1,5 5 4,67 66 207,-64-69-3538,-2-2-5551,-47-48-2599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5:09.7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82 9417,'9'-2'941,"-1"0"0,0-1 0,-1-1 0,1 1 0,-1-1 0,10-6 0,-8 4-37,1 1 0,18-8 0,-7 6-344,0 1-1,1 1 1,-1 1-1,41-3 1,-60 7-531,0 0 1,0-1 0,0 1-1,0 1 1,0-1 0,-1 0-1,1 0 1,0 1-1,0-1 1,0 1 0,0-1-1,-1 1 1,1 0 0,0 0-1,0 0 1,-1 0 0,1 0-1,-1 0 1,3 2 0,-3-1-9,0-1 1,0 1 0,-1-1-1,1 1 1,0 0 0,-1-1-1,1 1 1,-1 0 0,0-1-1,0 1 1,1 0 0,-1 0-1,0-1 1,0 1 0,-1 0 0,1 0-1,0 1 1,-3 7 5,0-1 1,0 0-1,-1 0 0,0 0 0,0 0 1,-7 9-1,-14 20-995,-52 59 0,0-18-4217,69-67 3520,12-5 591,20-2 914,-13-4 1201,2 3-361,0 1 1,-1 0-1,0 0 0,20 13 1,-6-4-101,18 8-449,6 2-3860,-40-23 323,-7-1 2877,1-1 0,-1 1 0,0-1-1,1 0 1,-1 0 0,6-3 0,6-15-3053,-13 18 3244,0 0 1,0 0 0,0 0 0,1 0 0,-1 0 0,0 0 0,0 0 0,1 1-1,2-1 1,-5 1 308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5:10.0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19 11307,'-1'-5'4297,"-4"-9"1444,6 44-4841,15 118-5528,-6 239-1,-24-272-1435,9-75 2594,-11-15 75,0-34 3336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5:10.4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1 212 8264,'0'-35'4132,"24"19"-128,-6-4-1506,-6-2-1025,14 10-576,-13 0-673,6-1-544,3 13-705,-10-19-737,5 14-928,-2 5-1442,-15-22 64,27 17-96,-27-21 833,27 21 3331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5:10.7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8168,'3'4'3555,"3"4"-3054,0-1 0,-1 2 1,0-1-1,0 0 0,-1 1 0,0 0 1,-1 0-1,0 0 0,0 1 0,-1-1 0,2 19 1,-1 15-483,-1 60 1,-3-63 402,1 47-1180,0-84 197,2-7-533,0-9 1213,0 0 0,-1 0 1,0 0-1,-2-17 0,1 19 425,-1-1 0,2 0 0,0 0 0,0 0 0,1 1 0,5-19 0,-4 21-197,-1 5-241,-1 0 0,0 0-1,1 0 1,0 0 0,0 1 0,0-1 0,0 1 0,1-1 0,0 1 0,-1 0-1,1 0 1,0 0 0,0 0 0,1 1 0,-1-1 0,0 1 0,7-3 0,-8 4-85,0-1 7,0 1 0,0-1 0,1 1 0,-1 0 0,0 0 0,1 0 0,-1 0 0,1 0 0,-1 1 0,1-1 0,-1 1 0,1-1 0,-1 1 0,1 0 0,-1 0 0,1 0 0,-1 1 0,1-1 0,0 1 0,-1-1 0,0 1 0,1 0 0,-1 0 1,1 0-1,-1 0 0,0 0 0,0 0 0,1 1 0,-1-1 0,0 1 0,3 3 0,-1 0-82,0 0-1,0 0 1,-1 1 0,1 0-1,-1-1 1,0 1 0,-1 0 0,0 0-1,0 1 1,0-1 0,-1 0-1,0 1 1,0-1 0,0 1 0,-1-1-1,0 1 1,-1 11 0,0-14-85,-9 28-1178,9-30 1102,1-1-1,-1 1 0,0-1 1,1 1-1,-1-1 0,0 1 1,0-1-1,0 0 0,0 1 1,-1-1-1,1 0 0,0 0 1,0 0-1,-1 0 1,-2 2-1,-12 3-3628,14-2 1909,1-3 1743,1 0 0,0 0 0,-1 0 0,1-1 0,-1 1 0,1 0 0,-1 0 0,1-1 0,-1 1-1,0 0 1,1 0 0,-1-1 0,0 1 0,0-1 0,1 1 0,-1-1 0,0 1 0,-1 0 0,1-1-114,0 0 1,0-1-1,1 1 0,-1 0 1,0 0-1,0 0 1,0-1-1,0 1 1,1 0-1,-1-1 1,0 1-1,0-1 1,1 1-1,-1-1 1,0 1-1,1-1 1,-1 1-1,1-1 1,-1 0-1,0-1 1,-12-12-1329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5:11.1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18 8360,'1'0'265,"1"1"1,-1-1-1,0 0 0,1 0 1,-1 0-1,1 0 1,-1 0-1,1 0 0,-1 0 1,0-1-1,1 1 1,-1 0-1,0-1 0,1 1 1,-1-1-1,0 1 1,1-1-1,-1 0 0,0 0 1,0 1-1,0-1 1,0 0-1,0 0 0,0 0 1,0 0-1,0 0 1,1-2-1,-2 3-217,0-1 0,0 1 0,0 0 0,0 0 0,0 0 0,0 0 0,1 0 0,-1-1 0,0 1 0,0 0 0,0 0 0,0 0 1,0 0-1,0 0 0,0 0 0,0-1 0,1 1 0,-1 0 0,0 0 0,0 0 0,0 0 0,0 0 0,0 0 0,1 0 0,-1 0 0,0 0 0,0 0 0,0 0 0,0 0 0,1 0 0,-1 0 0,0 0 0,0 0 0,0 0 1,0 0-1,1 0 0,-1 0 0,0 0 0,0 0 0,0 0 0,17 0 1057,-16 0-1084,-1 0 1,0 0-1,0 0 0,1 0 1,-1 0-1,0 0 0,0 0 1,1 0-1,-1 0 0,0 0 1,0 0-1,0 0 0,1 0 1,-1 0-1,0 0 0,0 0 1,1 0-1,-1 1 1,0-1-1,0 0 0,0 0 1,1 0-1,-1 0 0,0 0 1,0 1-1,0-1 0,0 0 1,0 0-1,1 0 0,-1 1 1,0-1-1,2 4 37,0 0 1,0 0-1,-1 0 0,1 0 1,-1 0-1,0 1 0,0-1 0,-1 0 1,1 0-1,-1 6 0,-1 53-140,0-34 142,4-22 170,10 9 122,-13-15-337,0-1 1,1 0-1,-1 1 0,0-1 0,0 0 0,1 1 0,-1-1 0,0 0 0,1 1 1,-1-1-1,0 0 0,1 0 0,-1 0 0,1 1 0,-1-1 0,0 0 0,1 0 1,-1 0-1,1 0 0,-1 0 0,1 0 0,-1 0 0,1 0 0,27 4 532,41-2 1,-67-2-654,0 0 0,0-1 0,-1 1 0,1 0 1,0 1-1,0-1 0,0 0 0,-1 0 0,1 1 1,0-1-1,0 1 0,-1 0 0,1-1 0,0 1 1,-1 0-1,1 0 0,-1 0 0,1 0 0,-1 0 1,0 0-1,1 1 0,-1-1 0,0 0 0,0 1 0,0-1 1,0 1-1,0-1 0,0 1 0,0-1 0,0 1 1,-1 0-1,1-1 0,-1 1 0,1 0 0,-1 0 1,0-1-1,1 1 0,-1 0 0,0 0 0,0 0 1,0-1-1,-1 1 0,1 0 0,0 0 0,-1 0 1,1-1-1,-1 1 0,1 0 0,-2 2 0,-8 17-890,-1 0 1,-1-1-1,-1 0 0,-29 34 0,-9 15 578,32-41 539,6-12 375,2 1 0,0 0 0,1 1 0,1 0 0,0 0 0,-6 23 0,14-39-389,1 0 1,-1 0-1,1 0 0,0 1 0,0-1 1,0 0-1,0 0 0,0 1 0,0-1 1,0 0-1,1 0 0,-1 0 1,1 1-1,0-1 0,0 0 0,0 0 1,0 0-1,0 0 0,0 0 0,2 1 1,-1 0 2,0-1 0,0 0 0,0-1 0,1 1 0,-1 0 0,1-1 0,-1 1 1,1-1-1,0 0 0,0 0 0,-1 0 0,1 0 0,0 0 0,0 0 0,3-1 0,3 2-162,-1-1-1,0-1 0,1 0 0,-1 0 0,0 0 1,1-1-1,-1 0 0,16-5 0,7 0-1872,-25 6 1274,-1-1-1,1 0 0,-1 0 1,1 0-1,5-3 0,16-17-3197,6 6-101,-7-9 512,-22 21 3122,1 0 0,0 0 0,0 1 0,11-4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5:11.4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13 225 8904,'-1'14'1461,"1"0"0,-2 0-1,0 0 1,-5 16-1,7-27-1235,0 0-1,-1 1 0,1-1 0,0 0 0,1 1 1,-1-1-1,1 0 0,-1 1 0,1-1 0,0 0 1,0 0-1,3 6 0,-4-8-179,0-1-1,0 1 1,1-1-1,-1 0 1,0 1-1,0-1 1,1 0 0,-1 1-1,0-1 1,0 0-1,1 1 1,-1-1-1,0 0 1,1 0-1,-1 1 1,0-1 0,1 0-1,-1 0 1,1 1-1,-1-1 1,0 0-1,1 0 1,-1 0-1,1 0 1,0 0 0,25 11 1140,-26-11-1133,1 0 1,-1 0-1,1 1 0,-1-1 1,1 0-1,-1 0 1,1 0-1,0 0 1,-1 0-1,1 0 1,-1 0-1,1 0 1,0 0-1,-1 0 0,1 0 1,-1 0-1,1 0 1,-1 0-1,1 0 1,0 0-1,-1-1 1,1 1-1,7-3 253,-1-1-1,0 1 1,0-1 0,0 0-1,0-1 1,-1 0 0,0 0-1,0 0 1,0-1 0,-1 1-1,8-11 1,-11 13-224,1-1-1,-1 1 1,0 0 0,-1-1-1,1 0 1,-1 1 0,1-1-1,-1 0 1,0 0 0,0 0-1,-1 0 1,1 0 0,-1 0-1,0 0 1,0 0 0,0 0-1,-1 0 1,1 0 0,-1 0 0,0 1-1,0-1 1,0 0 0,-1 0-1,1 0 1,-1 1 0,0-1-1,-4-5 1,4 7-159,-2-5-269,-1 1 0,0 0-1,0 0 1,-1 0 0,1 1-1,-9-6 1,7 5 142,-36-33-5942,40 36 5335,1 0 0,-1 0 0,1-1-1,-1 1 1,1 0 0,0-1-1,1 0 1,-1 1 0,0-1 0,1 0-1,0 0 1,0 0 0,-1-5 0,5-14-3870,-1-6 1009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5:11.8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109 1 12460,'24'20'8904,"-10"7"-6886,-2 2-1473,-12 5-449,5 0-801,-5 14-832,-11-9-802,-2 7-1152,-6 0-833,-18-16-96,6 11 160,-21-19 1313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5:12.1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6182,'14'43'3715,"-19"-11"-383,13-3-994,7 8-352,-10-10-481,14 11-448,-12-13-480,5-1-930,0-4-928,5-1-9513,-17-38 6726,12 13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5:12.4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5093,'4'2'1217,"0"2"1,0-1 0,0 0-1,-1 1 1,1-1 0,5 9-1,-3-4-521,-1 0 0,0 1 0,3 8 0,2 10-549,10 39-1,-17-53 473,1 6-317,0 0 0,-1 0-1,0 34 1,-6-44 104,-9 8 127,11-16-481,1-1-1,-1 1 1,1 0 0,-1-1-1,1 1 1,-1 0-1,1-1 1,-1 1-1,0-1 1,1 1-1,-1 0 1,0-1-1,0 0 1,1 1 0,-1-1-1,0 0 1,0 1-1,0-1 1,0 0-1,0 0 1,-1 1-1,0-1 161,1 0-133,0 0 0,1 1 0,-1-1 0,0 0 0,0 0 1,0 0-1,0 0 0,0-1 0,0 1 0,1 0 0,-1 0 1,0 0-1,0-1 0,0 1 0,1 0 0,-1-1 0,0 1 0,0-1 1,1 1-1,-1-1 0,0 1 0,1-1 0,-1 0 0,0 1 1,1-1-1,-1 0 0,1 1 0,-1-1 0,1 0 0,0 1 0,-1-3 1,-1 1 92,1-1 1,-1 1 0,1-1-1,0 1 1,0-1 0,1 0 0,-1 0-1,0 0 1,0-3 0,1 4-143,0-1-26,0-1-1,0 0 1,0 1-1,0-1 1,1 0-1,0 1 1,-1-1-1,1 1 0,1-1 1,-1 1-1,0-1 1,1 1-1,-1 0 1,1 0-1,0 0 0,0 0 1,1 0-1,4-5 1,5-1-339,-3 2-605,0 0 0,1 1 0,10-5 0,-18 9 373,1 1 1,-1-1-1,1 0 0,-1 0 0,0 0 0,0 0 0,1 0 0,-2 0 1,5-5-1,5-6-1986,24-28-4698,-25 28 5635,19-14-2361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5:12.8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14638,'4'0'4543,"-1"0"-3805,25 2 3359,-25-2-4009,0 1-1,1 0 1,-1-1-1,0 1 1,0 0-1,0 1 1,0-1-1,0 0 1,-1 1-1,1 0 1,0-1-1,-1 1 1,1 0-1,-1 1 1,4 3-1,-2 0-108,0 0 0,0 0 0,-1 1 0,0-1 0,0 1 0,-1 0 0,0 0 0,0 0 1,0 0-1,-1 0 0,0 0 0,0 12 0,-3 7-136,-1-1 1,-1 1-1,-1-1 1,-14 41-1,11-42-221,1 0-1,2 0 1,0 1 0,-2 39-1,8-62 329,-1-1 0,1 1 0,0-1 0,0 1 0,0-1 0,0 1 0,0-1 0,0 1 0,0-1-1,0 0 1,0 0 0,1 0 0,-1 0 0,1 0 0,-1 0 0,0 0 0,1 0 0,0 0 0,-1-1 0,4 2 0,3-3-1093,-4-1 748,-1 2 100,-1-1 1,1 1-1,-1-1 1,0 0-1,1 0 0,-1-1 1,0 1-1,1 0 1,-1-1-1,0 1 0,0-1 1,0 0-1,-1 1 1,1-1-1,2-3 0,7-19-3628,7 3-167,-6-10 119,-10 28 3517,1-1 1,-1 1 0,1 0 0,-1 0 0,1 0-1,3-3 1,-6 6 444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5:13.1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42 37 7143,'1'-2'200,"0"0"-1,1 0 1,-1 1 0,0-1 0,1 0-1,0 1 1,-1-1 0,1 1 0,0 0-1,0 0 1,0-1 0,0 1 0,0 0-1,0 0 1,0 1 0,0-1 0,0 0-1,0 1 1,1-1 0,-1 1 0,0 0-1,0 0 1,5 0 0,20-5 670,-17 3-792,0 0 1,0 1-1,0 0 1,0 1-1,11 0 1,-7 0-353,-13 1 227,0-1-1,0 0 0,-1 1 0,1-1 0,0 1 1,-1-1-1,1 1 0,0-1 0,-1 1 0,1-1 1,-1 1-1,1 0 0,-1-1 0,1 1 0,-1 0 1,1-1-1,-1 1 0,0 0 0,1 0 0,-1-1 1,0 1-1,0 0 0,1 0 0,-1 1 0,0-2-33,0 2-48,0 1 0,0-1-1,0 0 1,0 0 0,0 0-1,0 1 1,0-1-1,-1 0 1,1 0 0,-1 0-1,0 0 1,0 0 0,-2 4-1,-17 25-1065,16-26 945,-73 91-1539,-7-9 3856,80-83-2126,1-2 589,1 0 1,0 0-1,0 0 0,0 0 0,0 0 1,1 1-1,-1-1 0,-2 5 0,4-7-498,0 0 0,0 0-1,0 0 1,0 0-1,1 0 1,-1 0 0,0 0-1,0 0 1,0 0-1,0 0 1,0 0 0,0 0-1,0 0 1,0 0-1,0 0 1,0 0 0,0 0-1,0 0 1,1 0-1,-1 0 1,0 0 0,0 0-1,0 0 1,0 0-1,0 0 1,0 0 0,0 0-1,0 0 1,0 0 0,0 0-1,0 0 1,0 0-1,1 0 1,-1 0 0,0 0-1,0 0 1,0 0-1,0 0 1,0 0 0,0 1-1,0-1 1,0 0-1,0 0 1,0 0 0,0 0-1,0 0 1,0 0-1,0 0 1,0 0 0,19-9 1460,-1-2-1,29-20 1,-26 15-657,35-18-1,-52 32-782,1-1-1,0 1 1,0 0 0,1 0-1,-1 1 1,0-1 0,0 1-1,1 0 1,7 0-1,-11 1-61,0 1-1,0-1 1,0 1-1,0-1 0,0 1 1,0 0-1,0 0 0,0 0 1,0 0-1,-1 0 1,1 0-1,0 0 0,-1 1 1,1-1-1,-1 1 0,1-1 1,-1 1-1,0-1 0,0 1 1,0 0-1,0-1 1,0 1-1,0 0 0,0 0 1,0 0-1,-1 0 0,1 0 1,-1 0-1,1 3 1,1 5-150,-1 0 1,0 0 0,-1 0 0,0 0 0,0-1 0,-1 1 0,0 0 0,-1 0 0,-6 18 0,2-8-148,-2 0 0,0-1 0,-20 34 0,5-19 3,-3-1 0,-31 33-1,30-35 412,25-30-98,-1 3 67,0-1 0,0 1 1,0-1-1,1 1 0,-1 0 0,1 0 1,-3 7-1,4-10-43,1 0 1,0 1 0,0-1-1,0 0 1,0 1-1,0-1 1,1 0 0,-1 1-1,0-1 1,0 0-1,1 0 1,-1 1 0,1-1-1,-1 0 1,1 0-1,0 0 1,-1 1-1,1-1 1,0 0 0,0 0-1,0 0 1,0 0-1,0 0 1,0-1 0,0 1-1,0 0 1,0 0-1,0-1 1,0 1-1,3 0 1,56 31 701,-39-23-468,-1 2 1,1 0-1,-2 2 0,0 0 1,18 16-1,-32-25-464,-1 0 0,-1 1 0,1-1-1,0 1 1,-1 0 0,0 0 0,0 0 0,-1 0 0,1 0 0,-1 1 0,0-1-1,0 1 1,-1-1 0,0 1 0,0 0 0,0 0 0,-1-1 0,0 1-1,0 0 1,0 0 0,-1 0 0,1-1 0,-1 1 0,-1 0 0,-2 6-1,3-7-307,-1 0-1,-1-1 1,1 1-1,-1-1 0,0 1 1,0-1-1,0 0 1,0 0-1,-1 0 0,1-1 1,-1 1-1,-8 4 1,-1 3-807,-26 26-2783,-11-9 620,41-22 3082,0 1-1,-15 14 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5:13.9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31 101 14221,'-4'0'4159,"-13"0"-507,16-1-3600,1 1 1,0 0-1,-1 0 1,1 0 0,-1 0-1,1 0 1,0-1-1,-1 1 1,1 0 0,0 0-1,-1-1 1,1 1 0,0 0-1,-1-1 1,1 1-1,0 0 1,0-1 0,-1 1-1,1 0 1,0-1 0,0 1-1,0-1 1,0 1-1,0 0 1,-1-1 0,1 0-1,-1-6-85,1 7 32,0 0 0,0-1 0,0 1 0,0 0 0,0 0 0,0 0 0,0 0 0,0-1 0,0 1 0,0 0 0,0 0 0,0 0 0,0-1 0,0 1-1,0 0 1,0 0 0,0 0 0,0 0 0,0-1 0,1 1 0,-1 0 0,0 0 0,0 0 0,0 0 0,0-1 0,0 1 0,0 0 0,0 0 0,1 0-1,-1 0 1,0 0 0,0 0 0,0 0 0,0-1 0,1 1 0,-1 0 0,0 0 0,0 0 0,0 0 0,0 0 0,1 0 0,-1 0 0,0 0-1,1 0 1,23-13 51,0 2 0,1 0 0,1 1 0,0 2 0,0 1-1,1 1 1,-1 1 0,49-3 0,-70 8-44,0 0 0,0 1 0,0-1 0,0 1 1,0 0-1,0 0 0,0 1 0,-1 0 0,1-1 0,0 1 0,-1 1 1,8 4-1,-9-5-8,0 1-1,0 0 1,0 0 0,-1 0 0,1 0 0,-1 0-1,0 0 1,0 1 0,0-1 0,0 1 0,-1-1 0,1 1-1,-1 0 1,0-1 0,0 1 0,1 8 0,-1 2-47,0 0 0,-1 1 0,-1-1 0,0 0 0,-1 0 0,-1 0 0,-4 16 0,-38 92-4798,35-99 2756,9-20 1649,0-1 0,0 0-1,0 1 1,0-1 0,-1 0 0,1 0 0,-1 0-1,1 0 1,-1 0 0,0 0 0,1 0 0,-1-1-1,0 1 1,0-1 0,-1 1 0,1-1 0,-3 2-1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5:20.7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 58 10314,'0'-3'3576,"0"-51"6984,-2 58-10149,-2 5-349,1 0 0,0 0 0,0 0 1,1 0-1,0 1 0,-1 11 0,-2 68-71,4-60 37,16 562-2548,0-480-6342,-12-99 2874,5-5 4408,-6-5 372,-2-2 1148,0 0 0,0 0 1,0 0-1,0 0 0,0 0 0,0 0 1,0 1-1,0-1 0,0 0 0,0 0 1,0 0-1,1 0 0,-1 0 0,0 0 1,0 0-1,0 0 0,0 0 0,0 0 1,0 1-1,0-1 0,0 0 0,1 0 1,-1 0-1,0 0 0,0 0 0,0 0 0,0 0 1,0 0-1,0 0 0,1 0 0,-1 0 1,0 0-1,0 0 0,0 0 0,0 0 1,0 0-1,0 0 0,1 0 0,-1 0 1,0 0-1,0 0 0,0 0 0,0 0 1,0-1-1,0 1 0,0 0 0,1 0 1,-1 0-1,0 0 0,0 0 0,0 0 1,0 0-1,0 0 0,0 0 0,0-1 1,0 1-1,0 0 0,0 0 0,0 0 1,0 0-1,0 0 0,16-16-1392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5:21.0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16 262 7239,'-1'-6'997,"0"0"0,0 0 0,1 1 0,0-11 0,0 2 2009,-12-39 3699,12 53-6667,0-1 0,1 0 0,-1 0 0,1 1 0,-1-1 0,1 0-1,-1 0 1,1 1 0,-1-1 0,1 0 0,-1 1 0,1-1 0,0 1-1,-1-1 1,1 1 0,0-1 0,0 1 0,-1-1 0,1 1 0,0 0-1,1-1 1,4-2 10,0 0-1,0 0 1,0 0-1,0 1 1,1 0 0,-1 0-1,9-1 1,1 0-23,89-17-3052,-102 19 2709,-1 0-1,0 1 1,0-1-1,0 0 1,0 0-1,0-1 1,0 1-1,0 0 1,0-1 0,2-1-1,10-7-2648,-12 9 2645,-1 1 0,0 0 0,0-1 0,1 1 0,-1-1 0,0 1 0,0-1 0,0 0 0,0 1 0,1-1 0,-1 0 0,0 0 0,0 0 0,-1 0 0,1 0 0,0 0 0,0 0 0,0 0 0,-1 0 0,2-2 0,3-7-1372,10-8-1974,-14 15 3474,0 0 0,-1 0 0,1 0 0,-1 0 0,1 0-1,-1 0 1,0-5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5:21.4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9577,'2'2'3385,"1"6"-2836,1-1 0,-2 0 1,1 1-1,-1 0 1,0 0-1,-1-1 1,1 9-1,9 37-268,-8-42-72,1 0 1,0-1-1,1 1 0,0-1 1,13 18-1,-14-24-54,-1 0 0,1 0-1,0 0 1,1 0 0,-1-1-1,1 1 1,-1-1 0,1 0 0,0-1-1,0 1 1,0-1 0,0 0-1,1 0 1,6 1 0,12 0 170,0 0-1,0-2 1,0-1 0,30-3 0,13 0-2579,-34 1-1229,-29 1 2646,0 1 0,0 0 1,0-1-1,0 1 0,0 1 1,0-1-1,0 1 0,6 1 1,-27 5-8736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5:21.7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85 13261,'37'0'4420,"-6"-10"-224,-1-4-3171,14 4-833,2 2-705,-10-6-512,10 14-480,-22-19-513,9 14-801,-14 5-1056,0-5-4261</inkml:trace>
  <inkml:trace contextRef="#ctx0" brushRef="#br0" timeOffset="1">160 185 4356,'-8'6'648,"0"1"-1,0-1 1,1 1 0,0 0-1,0 1 1,0 0 0,1 0-1,0 0 1,1 1 0,-6 12-1,-6 6 840,14-21-1178,0-1 0,1 0 0,-1 1 1,1-1-1,0 1 0,0 0 0,1 0 0,0 0 1,0-1-1,0 1 0,0 8 0,1-12-195,0 0-1,1 0 1,-1 0-1,0 0 1,1 0-1,-1-1 1,1 1-1,-1 0 1,1 0-1,0 0 1,0 0-1,0-1 0,0 1 1,0 0-1,0-1 1,0 1-1,0-1 1,1 1-1,-1-1 1,1 0-1,-1 1 1,1-1-1,0 0 1,-1 0-1,1 0 1,0 0-1,0-1 1,-1 1-1,1 0 1,0-1-1,0 1 1,4 0-1,0-1 153,1 1-1,-1-1 0,1 0 1,0 0-1,-1 0 1,1-1-1,-1 0 1,9-3-1,35-18 1166,9-1-188,-5-13-105,36-30 560,-79 57-1484,-1 0 0,0-1 1,-1 0-1,0-1 0,14-22 1,-20 29-179,-1 1 1,-1-1-1,1 0 0,0 0 1,-1 1-1,0-1 1,0 0-1,0 0 1,0 0-1,-1 0 1,0 0-1,1 0 0,-1-1 1,-1 1-1,0-6 1,0 7-56,0-1 0,0 1 0,-1 0 0,1 0 0,-1 0 0,0 1 1,0-1-1,0 0 0,0 1 0,0-1 0,0 1 0,-1 0 0,1 0 0,-1 0 0,0 0 1,1 0-1,-1 0 0,-6-2 0,3 1-242,0 0 0,0 0 0,0 1 0,0 0 0,-1 0 0,1 0 0,-1 1 0,-9-1 0,-18 6-3417,-16 4-2709,29-5 1875,-1 1 0,-28 8 0,31 1 631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5:25.0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1405 937 6662,'0'0'11109,"-3"3"-10964,-22 26 532,-2-1 0,-1-2 0,-1-1 0,-38 25 0,10-12-701,-95 47-1,110-65 121,0-2-1,-1-1 0,-73 17 1,95-29 89,0-2 1,-1 0-1,0-1 1,1-2-1,-1 0 1,0-1-1,1-1 1,-1-1-1,-40-12 1,31 4-56,0-1-1,0-2 1,1-1-1,1-2 1,-31-22 0,24 12-183,0-2 0,2-2 0,-37-43 0,57 58 36,0-2 0,1 1 0,1-2 0,1 0 0,1 0 0,0-1 0,2 0 1,0-1-1,1 0 0,1 0 0,1 0 0,1-1 0,1 0 0,1 0 0,1 0 0,0 0 0,2 1 0,1-1 1,1 0-1,0 0 0,2 1 0,0-1 0,15-35 0,-7 28-16,1 0 1,1 1-1,1 1 1,2 0-1,0 1 0,2 1 1,1 1-1,1 1 0,1 1 1,1 0-1,0 2 1,2 1-1,0 1 0,2 2 1,-1 0-1,2 2 0,38-14 1,-8 8-107,2 2 1,0 2-1,1 4 1,0 2 0,86-3-1,-78 12-233,1 2 0,-1 4 0,1 3 0,105 25 0,-144-24 44,1 1 1,-1 1-1,-1 2 0,0 1 0,-1 1 0,-1 2 1,45 32-1,-56-34 143,0 1 0,-1 1 0,0 0 0,-2 1 0,0 1 0,-1 0 0,-1 1 0,0 0 0,-2 1 0,-1 1 0,13 34 0,-15-27 280,-1 1 0,-1-1 0,-1 1 0,-2 0 0,-1 1 0,-1-1 0,-2 0 0,-1 0 0,-8 43-1,1-30 119,-2-1 0,-1 0 0,-3-1 0,-1-1 0,-41 74-1,47-97-284,-15 28-1028,-3 0-1,-56 69 1,48-72-893,18-21-371,-28 28 0,-8-12-1411,38-25 2585,-13 8-673,23-19 1744,-1 1 0,1-1 0,0 0 0,0 0 0,-1-1 0,-10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5:25.6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40 15503,'-1'0'296,"0"0"1,1 0 0,-1 0 0,0 0 0,1 0-1,-1 0 1,1 0 0,-1 0 0,0 0 0,1 0-1,-1 0 1,0 0 0,1 0 0,-1 0 0,1 1-1,-1-1 1,0 0 0,1 1 0,-1-1 0,1 0-1,-1 1 1,1-1 0,-1 0 0,1 1-1,-1-1 1,1 1 0,0-1 0,-1 1 0,1-1-1,0 1 1,-1-1 0,1 1 0,0 0 0,-1 0-1,1 8 1320,0-7-2185,0-1 578,0-1-1,0 0 0,0 0 0,0 0 0,0 0 0,0 0 0,-1 0 0,1 1 0,0-1 0,0 0 0,0 0 0,0 0 0,0 0 0,0 0 0,0 0 0,1 1 0,-1-1 0,0 0 0,0 0 0,0 0 0,0 0 0,0 0 0,0 0 0,0 0 0,0 1 0,0-1 0,0 0 0,0 0 0,0 0 0,0 0 0,0 0 0,1 0 0,-1 0 0,0 0 0,0 0 0,0 0 0,0 1 0,0-1 0,0 0 0,0 0 0,1 0 0,-1 0 0,0 0 0,0 0 0,0 0 0,0 0 0,0 0 0,0 0 0,1 0 0,-1 0 0,0 0 0,0 0 0,0 0 0,0 0 0,0 0 0,0 0 0,1-1 0,-1 1 0,0 0 0,0 0 0,0 0 0,0 0 0,0 0 0,0 0 0,0 0 0,0 0 0,1 0 0,78-17-366,-17-1-386,68-11-1,-121 29-245,0 0 0,0 0 0,0 1 0,17 4 0,-26-5 986,23 6-8018,-16 3 5102,-5-6 1893,-1 5-3372,-10 11 903,8-18 3422,0 0-1,0 0 1,-1 0 0,1 0 0,-1 0-1,1 0 1,-1 0 0,1-1 0,-1 1-1,-3 0 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5:26.1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 38 6022,'2'7'1113,"0"0"272,1 0 3185,18-8-2317,-7-3-1626,0 0 1,0 0 0,-1-2 0,1 0 0,21-13 0,-10 6-189,-22 12-594,-4 6-827,-4 11 742,-1-1 1,0 1-1,-1-2 0,-1 1 1,0-1-1,-12 16 0,-3 6 375,-2 6 273,9-18 332,1 1 0,2 0 1,-15 37-1,22-28 71,10-29-645,3-3-154,-1 1-1,1-1 1,0 0 0,0 0 0,0-1 0,0 0 0,0-1 0,14 1-1,21 2-101,-40-3 23,-1 0 0,1 1 0,0-1 1,0 1-1,0-1 0,-1 1 0,1 0 1,0 0-1,-1 0 0,1 0 0,-1 0 1,1 0-1,-1 0 0,0 0 0,1 1 0,-1-1 1,0 1-1,0-1 0,0 1 0,0-1 1,0 1-1,0-1 0,0 1 0,0 0 1,-1 0-1,1-1 0,-1 1 0,1 0 0,-1 0 1,0 0-1,0-1 0,0 1 0,0 3 1,0 5-125,-1-1 1,0 1 0,-1-1 0,0 1 0,-5 13 0,-8 17 172,-8 26 623,21-60-418,1 0 1,-1 1-1,1 0 1,0-1-1,1 1 1,0 0-1,0 7 1,1-12-141,-1-1 0,0 1 0,1 0 0,-1-1 0,1 0 0,-1 1 0,1-1 0,-1 1 0,1-1 0,0 0 0,0 1 0,0-1 0,0 0 0,0 0 0,0 1 0,0-1 0,0 0 0,1 0 0,-1-1 0,0 1 0,1 0 0,-1 0 0,0 0 0,1-1 0,-1 1 0,1-1 0,-1 1 0,1-1 0,-1 0 0,1 0 0,-1 1 0,4-1 0,3 0-79,0-1 0,1 0 1,-1 0-1,15-4 0,-21 4 1,11-3-489,-2 0 0,1-2-1,0 1 1,-1-1 0,0-1 0,0 0 0,-1 0-1,18-17 1,3-2-1631,27-19-1954,-7-14-65,0 1 380,-43 45 3198,0-1-1,-1 0 1,5-16-1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5:26.4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155 0 9065,'0'8'3640,"-1"6"-2825,-1 0 0,0 0 0,-1-1 1,-1 1-1,-6 13 0,-31 76-2605,35-89 1316,-54 99-5312,36-70 2251,22-41 2681,7-4 902,168-83 9670,-147 74-9252,1 1 0,0 2 1,1 0-1,52-6 0,-54 11-1619,-23 2 650,1 0 0,-1 1 0,1-1-1,-1 1 1,1 0 0,0 0-1,-1 0 1,1 0 0,-1 1 0,1-1-1,0 1 1,-1 0 0,0 0-1,5 2 1,-8-3 377,0 0 1,1 0-1,-1 0 1,0 1-1,1-1 0,-1 0 1,0 0-1,1 0 0,-1 1 1,0-1-1,0 0 1,1 0-1,-1 1 0,0-1 1,0 0-1,1 0 0,-1 1 1,0-1-1,0 0 0,0 1 1,0-1-1,0 0 1,1 1-1,-1-1 0,0 1 1,0-1-1,0 0 0,0 1 1,0-1-1,0 0 126,0 2-300,1 0-1,-1 0 1,0 0 0,0 0-1,0 0 1,0 0-1,0 0 1,-1 0 0,1 0-1,-1 3 1,0-4 177,-1 1-1,1 0 1,-1-1 0,1 1 0,-1-1-1,1 0 1,-1 1 0,0-1 0,1 0-1,-1 0 1,-3 2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5:26.8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0 150 9641,'17'-5'4228,"22"10"-64,-15-5-1666,12-12-2049,0-6-1410,8-1-1698,5 5-1472,-25-20-1,17 17-96,-24-18 32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5:27.2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48 15919,'4'3'5072,"2"1"-3708,-4-1-1031,1-1 1,-1 0 0,1 0-1,0-1 1,-1 1-1,1-1 1,0 1 0,0-1-1,0 0 1,0 0 0,0 0-1,1 0 1,-1-1 0,0 1-1,0-1 1,0 0 0,1 0-1,5-1 1,-2 0-324,26-3-455,0-3 0,-1 0 0,0-2 0,41-17-1,-63 21 139,-8 4 150,1-1 1,0 1-1,-1 0 0,1 0 1,0 0-1,-1 0 1,1 0-1,0 1 0,3-1 1,-5 1-14,0 0 1,0 0 0,0 0-1,0 0 1,0 0 0,0 0-1,0 0 1,0-1 0,0 1-1,0 0 1,0-1 0,0 1-1,0 0 1,0-1 0,1 0-1,1-1-500,-4 15-10168,1-13 10573,-1 1-1,1 0 1,-1-1 0,1 1 0,-1-1 0,0 1 0,1-1 0,-1 1 0,-1 0-1,-8 8-2195,-7 14-1233,2-10 2578,10-10 1039,1 0-1,0 1 1,0 0 0,0 0-1,-5 7 1,-40 46 82,33-27 684,5-19 865,11-11-1360,-1 1 0,0-1-1,1 1 1,-1-1 0,1 1 0,-1 0 0,1-1 0,-1 1 0,1-1 0,-1 1 0,1 0-1,-1 0 1,1-1 0,0 1 0,-1 0 0,1 0 0,0-1 0,0 1 0,0 0 0,0 0 0,0 0-1,0-1 1,0 1 0,0 0 0,0 0 0,0 0 0,0-1 0,0 1 0,0 0 0,1 1-1,4 5 4057,-2-5-3390,-2-1-471,1 1 1,0-1 0,0 1-1,0-1 1,0 0 0,0 0-1,0 0 1,0 0 0,0 0-1,1-1 1,-1 1 0,0-1 0,0 1-1,1-1 1,3 0 0,24-6 1534,42-13 1,81-38-674,-152 57-1248,2-1-174,-6 5-170,-13 17-429,-20 23 0,-18 22-93,39-43 706,-8 9 204,-31 60 1,49-84 53,1 1 0,1 0 0,-1 0 0,1 0-1,1 0 1,0 1 0,0-1 0,1 0 0,0 1 0,1 0 0,0-1 0,2 16-1,-2-23-85,0 0 0,0 0-1,1 0 1,-1 0-1,1 0 1,0 0-1,-1 0 1,1-1-1,0 1 1,0 0 0,0-1-1,0 1 1,0 0-1,1-1 1,-1 1-1,0-1 1,1 0-1,-1 1 1,1-1-1,-1 0 1,1 0 0,0 0-1,0 0 1,-1 0-1,1-1 1,0 1-1,0 0 1,0-1-1,0 1 1,0-1 0,-1 0-1,1 1 1,0-1-1,0 0 1,0 0-1,4-1 1,4-1-229,0-1 0,0 1 0,0-2 0,0 0 0,13-7 0,-20 10 111,7-3-252,-3 1-210,0-1 0,0 1 0,0-1 0,0-1 0,-1 1 0,0-1 1,9-8-1,56-51-7907,-41 28 4148,-25 32 3472,0 0 0,0 0 0,0 0 0,9-4 0,-14 8 814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8-14T02:25:27.7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1 437 15022,'45'0'4933,"8"-10"128,13-28-2467,16 9-2338,1-3-832,-5-24-1026,21 17-1216,-16-9-2147,-10-9 0,0 11-64,-18-3 97,-5 16 1953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9T12:22:05.70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1,'3412'0,"-3380"0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9T12:25:50.73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60,'1683'0,"-1338"-15,-13 0,-48 0,9 0,-131 16,-135-1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9T12:25:52.7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0,'2354'0,"-1933"15,-35 1,1564-15,-939-3,-979 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9T12:25:54.57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30,'1061'0,"-808"-15,-21 0,645 16,-850-1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9T12:25:59.3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32,'1'-1,"-1"-1,1 1,-1 0,1 0,0-1,-1 1,1 0,0 0,0 0,0 0,0 0,0 0,0 0,0 0,0 1,0-1,1 0,-1 1,0-1,0 0,1 1,-1 0,0-1,1 1,-1 0,0 0,3-1,44-4,-43 5,434-3,-223 5,8015-2,-8207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41D61B-F0F5-46D9-9E6C-61750DA3E9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99BCD6F-3B86-4BDE-A69A-E84F7704A1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7C3CF4-E971-4D74-BC3B-914B2CD4C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2023-07-09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4CCC1E-2BF5-4FA1-A24D-A1C4B5A99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4FA45D-A2B9-4D2D-B375-832151245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793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6EE4D0-EADB-45E0-8E1A-9B74E7ABC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AA7522-2E0C-41D9-BB37-60B482BB1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EEC042-EA90-49EC-93BB-C6705DD81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2023-07-09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FF9902-3BA4-48C7-8CB2-B867EF7F3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8A4DFF-947B-46E4-8CB5-EDCF53BF5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120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AA8EC0-3ECB-4123-A4D2-5137F725C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62DD53-CFF3-4958-9982-3E826E457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0768C2-6563-4374-B9C3-D4CE6C2C6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2023-07-09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91C244-20E6-4B8C-8AD8-8D00C050F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49FD56-AB3F-437A-98A8-9ED0437CE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219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2CB27C-9738-48A2-B6E1-622B4D1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99DF1B-28D5-4DAE-BC6C-6911665D5B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457D05-62AB-43B4-AA6D-49CDDB11B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B2EFDB-A710-485D-98F3-E36C3F776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2023-07-09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1D9CAF5-5009-436F-9DDD-C0E168B55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867681-B751-4484-807E-1BFBB4CB8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888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38692-880F-428B-A972-B2A6B91FD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6BCE62-9FE7-4F54-B2C1-4960D893F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D8140F-9B75-4F6F-BD18-C4382A68E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BBEF0A5-3DDD-4E91-8542-EC91864C55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E7C72C-B840-4731-B696-C7B08BBF7F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A5457C9-85C4-4B01-81A4-72870B54A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2023-07-09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D43C6DB-E1AB-4AB3-B6C6-25BBE0A71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CE6B8EA-33A3-4203-9F5C-39681CEA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027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F6CBEB-AD85-42F5-9B17-DE1B8A719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DE1EAAC-EE14-4311-9383-5CA9D73E4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2023-07-09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556C35A-1413-46A0-8A4A-3674DB38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3E4004-E837-4A98-A91E-49DF1B8F2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729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6EABF03-D9BF-4C0A-B984-1D737DE11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2023-07-09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D49788B-DB92-4F9D-8F1C-9F753A47A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EA5B40-C8D8-4292-B28E-60A9C3C49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131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62B8DC-C064-4CEF-8D15-C6C2FB62A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CDCE34-2097-4E03-9C07-2D6760E13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30046B-DED1-445A-A8F9-9E53091BB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73791A-56AA-432A-8B59-D071C50ED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2023-07-09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05E9A3-F24B-4FF0-B3DA-216176C97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3A0733-F7D0-44A0-8021-15E07903B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626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E07C0D-05FA-4373-89AE-A6E18E9D3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2F266C9-9294-457B-9381-5DAF31D57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E7EA41E-4BAC-4EFA-9DC4-4E88C1AE5D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5552E1-C78B-45AE-9EB3-F15CC7631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2023-07-09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D74FCE-BBF2-46D7-8887-C9DFD8513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8BC704-0565-490A-851E-78DBA507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454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733C51-D67C-4091-B988-D44E8A9F0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C44AB5-43CB-483D-BF2E-0E7ED6D9BF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38CB0E-0643-4FD8-81FB-5A17AB7D3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2023-07-09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488A75-45EA-493D-9807-E13A96A31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DEE6A0-82A7-4127-B005-7EC738A7B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744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061DFF-36E9-4F06-BD5D-2AA3E373CA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590189F-CA2D-4D27-8541-F6668C8FA1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8C52E0-337A-40D2-A678-C9CBF5486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2709F-500A-49AE-A737-D627064AB189}" type="datetimeFigureOut">
              <a:rPr lang="ko-KR" altLang="en-US" smtClean="0"/>
              <a:t>2023-07-09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E05613-19A3-4874-9F0F-46788BA6A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73033A-EAFC-4A55-8859-0AB8C35AD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299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/>
          <p:cNvSpPr/>
          <p:nvPr userDrawn="1"/>
        </p:nvSpPr>
        <p:spPr>
          <a:xfrm>
            <a:off x="430743" y="404814"/>
            <a:ext cx="11330516" cy="6048375"/>
          </a:xfrm>
          <a:prstGeom prst="roundRect">
            <a:avLst>
              <a:gd name="adj" fmla="val 5013"/>
            </a:avLst>
          </a:prstGeom>
          <a:solidFill>
            <a:schemeClr val="accent6">
              <a:alpha val="84706"/>
            </a:schemeClr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dirty="0">
              <a:solidFill>
                <a:schemeClr val="accent6"/>
              </a:solidFill>
            </a:endParaRPr>
          </a:p>
        </p:txBody>
      </p:sp>
      <p:sp>
        <p:nvSpPr>
          <p:cNvPr id="7" name="텍스트 개체 틀 6"/>
          <p:cNvSpPr>
            <a:spLocks noGrp="1"/>
          </p:cNvSpPr>
          <p:nvPr userDrawn="1"/>
        </p:nvSpPr>
        <p:spPr bwMode="auto">
          <a:xfrm>
            <a:off x="958802" y="3412605"/>
            <a:ext cx="10273141" cy="93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ko-KR" altLang="en-US" sz="3200" dirty="0">
              <a:solidFill>
                <a:schemeClr val="bg1"/>
              </a:solidFill>
            </a:endParaRPr>
          </a:p>
        </p:txBody>
      </p:sp>
      <p:sp>
        <p:nvSpPr>
          <p:cNvPr id="8" name="텍스트 개체 틀 6"/>
          <p:cNvSpPr>
            <a:spLocks noGrp="1"/>
          </p:cNvSpPr>
          <p:nvPr userDrawn="1"/>
        </p:nvSpPr>
        <p:spPr bwMode="auto">
          <a:xfrm>
            <a:off x="958802" y="2348881"/>
            <a:ext cx="10273141" cy="93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ko-KR" altLang="en-US" sz="3200" dirty="0">
              <a:solidFill>
                <a:schemeClr val="bg1"/>
              </a:solidFill>
            </a:endParaRPr>
          </a:p>
        </p:txBody>
      </p:sp>
      <p:sp>
        <p:nvSpPr>
          <p:cNvPr id="10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958801" y="2959531"/>
            <a:ext cx="10273141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5400" b="1">
                <a:solidFill>
                  <a:schemeClr val="bg1"/>
                </a:solidFill>
                <a:latin typeface="함초롬돋움" pitchFamily="50" charset="-127"/>
                <a:ea typeface="함초롬돋움" pitchFamily="50" charset="-127"/>
                <a:cs typeface="함초롬돋움" pitchFamily="50" charset="-127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777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EBFD1F8-D588-4504-8A62-5410DA424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B0469A-FA4C-4404-9E51-39554E610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769691-C38A-478B-BD4C-CC31C9E7A9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2709F-500A-49AE-A737-D627064AB189}" type="datetimeFigureOut">
              <a:rPr lang="ko-KR" altLang="en-US" smtClean="0"/>
              <a:t>2023-07-09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9E5290-4223-4347-9263-DA13647816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94A043-7617-4992-B497-55C59E71A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180414-20A9-434C-AF63-8366247353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158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097.png"/><Relationship Id="rId26" Type="http://schemas.openxmlformats.org/officeDocument/2006/relationships/image" Target="../media/image3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1105.png"/><Relationship Id="rId42" Type="http://schemas.openxmlformats.org/officeDocument/2006/relationships/image" Target="../media/image1109.png"/><Relationship Id="rId47" Type="http://schemas.openxmlformats.org/officeDocument/2006/relationships/customXml" Target="../ink/ink23.xml"/><Relationship Id="rId50" Type="http://schemas.openxmlformats.org/officeDocument/2006/relationships/image" Target="../media/image1113.png"/><Relationship Id="rId7" Type="http://schemas.openxmlformats.org/officeDocument/2006/relationships/customXml" Target="../ink/ink3.xml"/><Relationship Id="rId2" Type="http://schemas.openxmlformats.org/officeDocument/2006/relationships/image" Target="../media/image2.png"/><Relationship Id="rId16" Type="http://schemas.openxmlformats.org/officeDocument/2006/relationships/image" Target="../media/image1096.png"/><Relationship Id="rId29" Type="http://schemas.openxmlformats.org/officeDocument/2006/relationships/customXml" Target="../ink/ink14.xml"/><Relationship Id="rId11" Type="http://schemas.openxmlformats.org/officeDocument/2006/relationships/customXml" Target="../ink/ink5.xml"/><Relationship Id="rId24" Type="http://schemas.openxmlformats.org/officeDocument/2006/relationships/image" Target="../media/image210.png"/><Relationship Id="rId32" Type="http://schemas.openxmlformats.org/officeDocument/2006/relationships/image" Target="../media/image1104.png"/><Relationship Id="rId37" Type="http://schemas.openxmlformats.org/officeDocument/2006/relationships/customXml" Target="../ink/ink18.xml"/><Relationship Id="rId40" Type="http://schemas.openxmlformats.org/officeDocument/2006/relationships/image" Target="../media/image1108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" Type="http://schemas.openxmlformats.org/officeDocument/2006/relationships/customXml" Target="../ink/ink2.xml"/><Relationship Id="rId10" Type="http://schemas.openxmlformats.org/officeDocument/2006/relationships/image" Target="../media/image1093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4" Type="http://schemas.openxmlformats.org/officeDocument/2006/relationships/image" Target="../media/image1110.png"/><Relationship Id="rId52" Type="http://schemas.openxmlformats.org/officeDocument/2006/relationships/image" Target="../media/image5.png"/><Relationship Id="rId4" Type="http://schemas.openxmlformats.org/officeDocument/2006/relationships/image" Target="../media/image1090.png"/><Relationship Id="rId9" Type="http://schemas.openxmlformats.org/officeDocument/2006/relationships/customXml" Target="../ink/ink4.xml"/><Relationship Id="rId14" Type="http://schemas.openxmlformats.org/officeDocument/2006/relationships/image" Target="../media/image1095.png"/><Relationship Id="rId22" Type="http://schemas.openxmlformats.org/officeDocument/2006/relationships/image" Target="../media/image1099.png"/><Relationship Id="rId27" Type="http://schemas.openxmlformats.org/officeDocument/2006/relationships/customXml" Target="../ink/ink13.xml"/><Relationship Id="rId30" Type="http://schemas.openxmlformats.org/officeDocument/2006/relationships/image" Target="../media/image1103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1112.png"/><Relationship Id="rId8" Type="http://schemas.openxmlformats.org/officeDocument/2006/relationships/image" Target="../media/image1092.png"/><Relationship Id="rId51" Type="http://schemas.openxmlformats.org/officeDocument/2006/relationships/customXml" Target="../ink/ink25.xml"/><Relationship Id="rId3" Type="http://schemas.openxmlformats.org/officeDocument/2006/relationships/customXml" Target="../ink/ink1.xml"/><Relationship Id="rId12" Type="http://schemas.openxmlformats.org/officeDocument/2006/relationships/image" Target="../media/image1094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1107.png"/><Relationship Id="rId46" Type="http://schemas.openxmlformats.org/officeDocument/2006/relationships/image" Target="../media/image1111.png"/><Relationship Id="rId20" Type="http://schemas.openxmlformats.org/officeDocument/2006/relationships/image" Target="../media/image1098.png"/><Relationship Id="rId41" Type="http://schemas.openxmlformats.org/officeDocument/2006/relationships/customXml" Target="../ink/ink20.xml"/><Relationship Id="rId54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1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4.png"/><Relationship Id="rId36" Type="http://schemas.openxmlformats.org/officeDocument/2006/relationships/image" Target="../media/image1106.png"/><Relationship Id="rId49" Type="http://schemas.openxmlformats.org/officeDocument/2006/relationships/customXml" Target="../ink/ink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2.xml"/><Relationship Id="rId18" Type="http://schemas.openxmlformats.org/officeDocument/2006/relationships/image" Target="../media/image16.png"/><Relationship Id="rId26" Type="http://schemas.openxmlformats.org/officeDocument/2006/relationships/image" Target="../media/image20.png"/><Relationship Id="rId39" Type="http://schemas.openxmlformats.org/officeDocument/2006/relationships/customXml" Target="../ink/ink45.xml"/><Relationship Id="rId21" Type="http://schemas.openxmlformats.org/officeDocument/2006/relationships/customXml" Target="../ink/ink36.xml"/><Relationship Id="rId34" Type="http://schemas.openxmlformats.org/officeDocument/2006/relationships/image" Target="../media/image24.png"/><Relationship Id="rId42" Type="http://schemas.openxmlformats.org/officeDocument/2006/relationships/image" Target="../media/image28.png"/><Relationship Id="rId47" Type="http://schemas.openxmlformats.org/officeDocument/2006/relationships/customXml" Target="../ink/ink49.xml"/><Relationship Id="rId50" Type="http://schemas.openxmlformats.org/officeDocument/2006/relationships/image" Target="../media/image32.png"/><Relationship Id="rId55" Type="http://schemas.openxmlformats.org/officeDocument/2006/relationships/customXml" Target="../ink/ink53.xml"/><Relationship Id="rId7" Type="http://schemas.openxmlformats.org/officeDocument/2006/relationships/customXml" Target="../ink/ink29.xml"/><Relationship Id="rId2" Type="http://schemas.openxmlformats.org/officeDocument/2006/relationships/image" Target="../media/image8.png"/><Relationship Id="rId16" Type="http://schemas.openxmlformats.org/officeDocument/2006/relationships/image" Target="../media/image15.png"/><Relationship Id="rId29" Type="http://schemas.openxmlformats.org/officeDocument/2006/relationships/customXml" Target="../ink/ink40.xml"/><Relationship Id="rId11" Type="http://schemas.openxmlformats.org/officeDocument/2006/relationships/customXml" Target="../ink/ink31.xml"/><Relationship Id="rId24" Type="http://schemas.openxmlformats.org/officeDocument/2006/relationships/image" Target="../media/image19.png"/><Relationship Id="rId32" Type="http://schemas.openxmlformats.org/officeDocument/2006/relationships/image" Target="../media/image23.png"/><Relationship Id="rId37" Type="http://schemas.openxmlformats.org/officeDocument/2006/relationships/customXml" Target="../ink/ink44.xml"/><Relationship Id="rId40" Type="http://schemas.openxmlformats.org/officeDocument/2006/relationships/image" Target="../media/image27.png"/><Relationship Id="rId45" Type="http://schemas.openxmlformats.org/officeDocument/2006/relationships/customXml" Target="../ink/ink48.xml"/><Relationship Id="rId53" Type="http://schemas.openxmlformats.org/officeDocument/2006/relationships/customXml" Target="../ink/ink52.xml"/><Relationship Id="rId58" Type="http://schemas.openxmlformats.org/officeDocument/2006/relationships/image" Target="../media/image36.png"/><Relationship Id="rId5" Type="http://schemas.openxmlformats.org/officeDocument/2006/relationships/customXml" Target="../ink/ink28.xml"/><Relationship Id="rId19" Type="http://schemas.openxmlformats.org/officeDocument/2006/relationships/customXml" Target="../ink/ink35.xml"/><Relationship Id="rId4" Type="http://schemas.openxmlformats.org/officeDocument/2006/relationships/image" Target="../media/image9.png"/><Relationship Id="rId9" Type="http://schemas.openxmlformats.org/officeDocument/2006/relationships/customXml" Target="../ink/ink30.xml"/><Relationship Id="rId14" Type="http://schemas.openxmlformats.org/officeDocument/2006/relationships/image" Target="../media/image14.png"/><Relationship Id="rId22" Type="http://schemas.openxmlformats.org/officeDocument/2006/relationships/image" Target="../media/image18.png"/><Relationship Id="rId27" Type="http://schemas.openxmlformats.org/officeDocument/2006/relationships/customXml" Target="../ink/ink39.xml"/><Relationship Id="rId30" Type="http://schemas.openxmlformats.org/officeDocument/2006/relationships/image" Target="../media/image22.png"/><Relationship Id="rId35" Type="http://schemas.openxmlformats.org/officeDocument/2006/relationships/customXml" Target="../ink/ink43.xml"/><Relationship Id="rId43" Type="http://schemas.openxmlformats.org/officeDocument/2006/relationships/customXml" Target="../ink/ink47.xml"/><Relationship Id="rId48" Type="http://schemas.openxmlformats.org/officeDocument/2006/relationships/image" Target="../media/image31.png"/><Relationship Id="rId56" Type="http://schemas.openxmlformats.org/officeDocument/2006/relationships/image" Target="../media/image35.png"/><Relationship Id="rId8" Type="http://schemas.openxmlformats.org/officeDocument/2006/relationships/image" Target="../media/image11.png"/><Relationship Id="rId51" Type="http://schemas.openxmlformats.org/officeDocument/2006/relationships/customXml" Target="../ink/ink51.xml"/><Relationship Id="rId3" Type="http://schemas.openxmlformats.org/officeDocument/2006/relationships/customXml" Target="../ink/ink27.xml"/><Relationship Id="rId12" Type="http://schemas.openxmlformats.org/officeDocument/2006/relationships/image" Target="../media/image13.png"/><Relationship Id="rId17" Type="http://schemas.openxmlformats.org/officeDocument/2006/relationships/customXml" Target="../ink/ink34.xml"/><Relationship Id="rId25" Type="http://schemas.openxmlformats.org/officeDocument/2006/relationships/customXml" Target="../ink/ink38.xml"/><Relationship Id="rId33" Type="http://schemas.openxmlformats.org/officeDocument/2006/relationships/customXml" Target="../ink/ink42.xml"/><Relationship Id="rId38" Type="http://schemas.openxmlformats.org/officeDocument/2006/relationships/image" Target="../media/image26.png"/><Relationship Id="rId46" Type="http://schemas.openxmlformats.org/officeDocument/2006/relationships/image" Target="../media/image30.png"/><Relationship Id="rId59" Type="http://schemas.openxmlformats.org/officeDocument/2006/relationships/customXml" Target="../ink/ink55.xml"/><Relationship Id="rId20" Type="http://schemas.openxmlformats.org/officeDocument/2006/relationships/image" Target="../media/image17.png"/><Relationship Id="rId41" Type="http://schemas.openxmlformats.org/officeDocument/2006/relationships/customXml" Target="../ink/ink46.xml"/><Relationship Id="rId54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5" Type="http://schemas.openxmlformats.org/officeDocument/2006/relationships/customXml" Target="../ink/ink33.xml"/><Relationship Id="rId23" Type="http://schemas.openxmlformats.org/officeDocument/2006/relationships/customXml" Target="../ink/ink37.xml"/><Relationship Id="rId28" Type="http://schemas.openxmlformats.org/officeDocument/2006/relationships/image" Target="../media/image21.png"/><Relationship Id="rId36" Type="http://schemas.openxmlformats.org/officeDocument/2006/relationships/image" Target="../media/image25.png"/><Relationship Id="rId49" Type="http://schemas.openxmlformats.org/officeDocument/2006/relationships/customXml" Target="../ink/ink50.xml"/><Relationship Id="rId57" Type="http://schemas.openxmlformats.org/officeDocument/2006/relationships/customXml" Target="../ink/ink54.xml"/><Relationship Id="rId10" Type="http://schemas.openxmlformats.org/officeDocument/2006/relationships/image" Target="../media/image12.png"/><Relationship Id="rId31" Type="http://schemas.openxmlformats.org/officeDocument/2006/relationships/customXml" Target="../ink/ink41.xml"/><Relationship Id="rId44" Type="http://schemas.openxmlformats.org/officeDocument/2006/relationships/image" Target="../media/image29.png"/><Relationship Id="rId52" Type="http://schemas.openxmlformats.org/officeDocument/2006/relationships/image" Target="../media/image33.png"/><Relationship Id="rId60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6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customXml" Target="../ink/ink57.xml"/><Relationship Id="rId7" Type="http://schemas.openxmlformats.org/officeDocument/2006/relationships/customXml" Target="../ink/ink59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customXml" Target="../ink/ink58.xml"/><Relationship Id="rId10" Type="http://schemas.openxmlformats.org/officeDocument/2006/relationships/image" Target="../media/image45.png"/><Relationship Id="rId4" Type="http://schemas.openxmlformats.org/officeDocument/2006/relationships/image" Target="../media/image42.png"/><Relationship Id="rId9" Type="http://schemas.openxmlformats.org/officeDocument/2006/relationships/customXml" Target="../ink/ink6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72228CDA-438A-4D51-9D1A-C2D556469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888" y="407332"/>
            <a:ext cx="5827939" cy="5772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238FC-B1F3-4B07-B69B-39A09FC0CB63}"/>
              </a:ext>
            </a:extLst>
          </p:cNvPr>
          <p:cNvGrpSpPr/>
          <p:nvPr/>
        </p:nvGrpSpPr>
        <p:grpSpPr>
          <a:xfrm>
            <a:off x="4378468" y="1047658"/>
            <a:ext cx="998640" cy="266400"/>
            <a:chOff x="3888611" y="1627322"/>
            <a:chExt cx="998640" cy="26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0B30863A-7049-484B-B6CC-712D0FE5007E}"/>
                    </a:ext>
                  </a:extLst>
                </p14:cNvPr>
                <p14:cNvContentPartPr/>
                <p14:nvPr/>
              </p14:nvContentPartPr>
              <p14:xfrm>
                <a:off x="3888611" y="1752962"/>
                <a:ext cx="96120" cy="11484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23E8787E-934A-498C-BE5D-E62499E43BF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879611" y="1743962"/>
                  <a:ext cx="1137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123D1C84-A70F-4A5D-8EE7-C86BB8F529A2}"/>
                    </a:ext>
                  </a:extLst>
                </p14:cNvPr>
                <p14:cNvContentPartPr/>
                <p14:nvPr/>
              </p14:nvContentPartPr>
              <p14:xfrm>
                <a:off x="4003451" y="1788242"/>
                <a:ext cx="113040" cy="9504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CDC19AFD-7732-4C57-8FD7-6E737170262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994811" y="1779602"/>
                  <a:ext cx="1306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4DA16B2C-BF9A-43C1-8713-825D1F6F64A5}"/>
                    </a:ext>
                  </a:extLst>
                </p14:cNvPr>
                <p14:cNvContentPartPr/>
                <p14:nvPr/>
              </p14:nvContentPartPr>
              <p14:xfrm>
                <a:off x="4171931" y="1627322"/>
                <a:ext cx="300240" cy="26640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D115926F-E092-426D-95E6-0F9AABAFA32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162931" y="1618322"/>
                  <a:ext cx="3178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28742831-5EBE-40FD-B759-3509BFE289DF}"/>
                    </a:ext>
                  </a:extLst>
                </p14:cNvPr>
                <p14:cNvContentPartPr/>
                <p14:nvPr/>
              </p14:nvContentPartPr>
              <p14:xfrm>
                <a:off x="4429331" y="1727402"/>
                <a:ext cx="53280" cy="4896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9F580930-7BB6-4060-9B93-7A3A79F1C6C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420691" y="1718762"/>
                  <a:ext cx="709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B2D0DD52-04B1-42D7-901C-61EFB3BA68B1}"/>
                    </a:ext>
                  </a:extLst>
                </p14:cNvPr>
                <p14:cNvContentPartPr/>
                <p14:nvPr/>
              </p14:nvContentPartPr>
              <p14:xfrm>
                <a:off x="4542731" y="1776722"/>
                <a:ext cx="101160" cy="9936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10E4A83D-12EA-4DEE-AAE8-4F1D43B9014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533731" y="1767722"/>
                  <a:ext cx="1188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C749C7CB-461C-4D07-8520-4E07A4920E8A}"/>
                    </a:ext>
                  </a:extLst>
                </p14:cNvPr>
                <p14:cNvContentPartPr/>
                <p14:nvPr/>
              </p14:nvContentPartPr>
              <p14:xfrm>
                <a:off x="4666211" y="1656842"/>
                <a:ext cx="28080" cy="18468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1795B4D3-BD05-4D2E-A4A7-A0FA37ECFFC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657571" y="1648202"/>
                  <a:ext cx="457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F617941A-0A96-4C34-963E-C48914135EEB}"/>
                    </a:ext>
                  </a:extLst>
                </p14:cNvPr>
                <p14:cNvContentPartPr/>
                <p14:nvPr/>
              </p14:nvContentPartPr>
              <p14:xfrm>
                <a:off x="4671251" y="1735682"/>
                <a:ext cx="216000" cy="14544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3246A074-DC0E-47D3-8C8C-AF3CCA04460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662251" y="1727042"/>
                  <a:ext cx="23364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DAF2819-2185-40AE-9D68-267A395E247A}"/>
              </a:ext>
            </a:extLst>
          </p:cNvPr>
          <p:cNvGrpSpPr/>
          <p:nvPr/>
        </p:nvGrpSpPr>
        <p:grpSpPr>
          <a:xfrm>
            <a:off x="4726588" y="2381098"/>
            <a:ext cx="717120" cy="292680"/>
            <a:chOff x="4236731" y="2960762"/>
            <a:chExt cx="717120" cy="29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058BC0B0-6BEE-4E46-8B17-302E38DDF68D}"/>
                    </a:ext>
                  </a:extLst>
                </p14:cNvPr>
                <p14:cNvContentPartPr/>
                <p14:nvPr/>
              </p14:nvContentPartPr>
              <p14:xfrm>
                <a:off x="4236731" y="2960762"/>
                <a:ext cx="717120" cy="5256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9ACBFDE8-AA86-4437-BD48-8E741462D47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228091" y="2952122"/>
                  <a:ext cx="7347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A6541A96-AD80-4818-9535-9B560D79CF23}"/>
                    </a:ext>
                  </a:extLst>
                </p14:cNvPr>
                <p14:cNvContentPartPr/>
                <p14:nvPr/>
              </p14:nvContentPartPr>
              <p14:xfrm>
                <a:off x="4637411" y="3047522"/>
                <a:ext cx="110160" cy="15624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820A6387-84BD-4E7C-AD95-881378C4563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628771" y="3038522"/>
                  <a:ext cx="1278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E81B7F8F-0D1B-4759-BA88-CFBED0B7F8FA}"/>
                    </a:ext>
                  </a:extLst>
                </p14:cNvPr>
                <p14:cNvContentPartPr/>
                <p14:nvPr/>
              </p14:nvContentPartPr>
              <p14:xfrm>
                <a:off x="4630931" y="3092162"/>
                <a:ext cx="115920" cy="16128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5D4A3556-5543-4D82-8214-9B35393A9F3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622291" y="3083162"/>
                  <a:ext cx="133560" cy="17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A4E49DF0-E5F0-4AFD-A779-1285382859BF}"/>
                  </a:ext>
                </a:extLst>
              </p14:cNvPr>
              <p14:cNvContentPartPr/>
              <p14:nvPr/>
            </p14:nvContentPartPr>
            <p14:xfrm>
              <a:off x="3069148" y="3394498"/>
              <a:ext cx="183240" cy="163440"/>
            </p14:xfrm>
          </p:contentPart>
        </mc:Choice>
        <mc:Fallback xmlns=""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A4E49DF0-E5F0-4AFD-A779-1285382859B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060148" y="3385498"/>
                <a:ext cx="20088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9FE3E026-1027-42D7-8122-CACE8E966122}"/>
                  </a:ext>
                </a:extLst>
              </p14:cNvPr>
              <p14:cNvContentPartPr/>
              <p14:nvPr/>
            </p14:nvContentPartPr>
            <p14:xfrm>
              <a:off x="2748028" y="3475498"/>
              <a:ext cx="182520" cy="1728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9FE3E026-1027-42D7-8122-CACE8E96612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739028" y="3466498"/>
                <a:ext cx="20016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BFD40396-C515-4575-8EE9-B2B810C5F07A}"/>
                  </a:ext>
                </a:extLst>
              </p14:cNvPr>
              <p14:cNvContentPartPr/>
              <p14:nvPr/>
            </p14:nvContentPartPr>
            <p14:xfrm>
              <a:off x="2721028" y="3426538"/>
              <a:ext cx="158040" cy="151920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BFD40396-C515-4575-8EE9-B2B810C5F07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712028" y="3417538"/>
                <a:ext cx="175680" cy="16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그룹 19">
            <a:extLst>
              <a:ext uri="{FF2B5EF4-FFF2-40B4-BE49-F238E27FC236}">
                <a16:creationId xmlns:a16="http://schemas.microsoft.com/office/drawing/2014/main" id="{C21807B1-965B-422D-81EC-47224AE42977}"/>
              </a:ext>
            </a:extLst>
          </p:cNvPr>
          <p:cNvGrpSpPr/>
          <p:nvPr/>
        </p:nvGrpSpPr>
        <p:grpSpPr>
          <a:xfrm>
            <a:off x="3391708" y="3344098"/>
            <a:ext cx="867240" cy="300240"/>
            <a:chOff x="2901851" y="3923762"/>
            <a:chExt cx="867240" cy="30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3EC58710-E0BA-4500-835B-851E7751D889}"/>
                    </a:ext>
                  </a:extLst>
                </p14:cNvPr>
                <p14:cNvContentPartPr/>
                <p14:nvPr/>
              </p14:nvContentPartPr>
              <p14:xfrm>
                <a:off x="2901851" y="3970922"/>
                <a:ext cx="59040" cy="9036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25683F5F-0897-4E24-A187-7CD8C162481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892851" y="3961922"/>
                  <a:ext cx="766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7B4B01EE-831D-434A-84F8-D1C2F0E54420}"/>
                    </a:ext>
                  </a:extLst>
                </p14:cNvPr>
                <p14:cNvContentPartPr/>
                <p14:nvPr/>
              </p14:nvContentPartPr>
              <p14:xfrm>
                <a:off x="3015611" y="3923762"/>
                <a:ext cx="20520" cy="11232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EC92AF49-D789-4E99-A81D-F8998A05D6E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006611" y="3914762"/>
                  <a:ext cx="381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78147930-F58F-494D-B9ED-8502A4849433}"/>
                    </a:ext>
                  </a:extLst>
                </p14:cNvPr>
                <p14:cNvContentPartPr/>
                <p14:nvPr/>
              </p14:nvContentPartPr>
              <p14:xfrm>
                <a:off x="2982131" y="4067762"/>
                <a:ext cx="14400" cy="7920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F3DD3885-E772-413C-90CE-AF7ACA7F759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973131" y="4058762"/>
                  <a:ext cx="320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E18B0C27-513C-4C3D-9BA7-9E4BA740FFA1}"/>
                    </a:ext>
                  </a:extLst>
                </p14:cNvPr>
                <p14:cNvContentPartPr/>
                <p14:nvPr/>
              </p14:nvContentPartPr>
              <p14:xfrm>
                <a:off x="3011291" y="4059482"/>
                <a:ext cx="50400" cy="12096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9A27FEB1-20E9-416A-B3EA-D401B9A3A59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002651" y="4050842"/>
                  <a:ext cx="680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153EAF6E-4497-4651-813F-A785F8CBCCAF}"/>
                    </a:ext>
                  </a:extLst>
                </p14:cNvPr>
                <p14:cNvContentPartPr/>
                <p14:nvPr/>
              </p14:nvContentPartPr>
              <p14:xfrm>
                <a:off x="3080051" y="3966962"/>
                <a:ext cx="71280" cy="11736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8F164C16-66F3-4C93-8025-4665BCAD16A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071411" y="3957962"/>
                  <a:ext cx="889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070280B6-6E3C-4355-9BD3-8F3200283267}"/>
                    </a:ext>
                  </a:extLst>
                </p14:cNvPr>
                <p14:cNvContentPartPr/>
                <p14:nvPr/>
              </p14:nvContentPartPr>
              <p14:xfrm>
                <a:off x="3110651" y="3968042"/>
                <a:ext cx="187920" cy="25128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B2E82C23-153C-4EC2-877A-1E4EDF97363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101651" y="3959042"/>
                  <a:ext cx="2055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A49D3154-1724-423B-A7D6-93FE729EA90B}"/>
                    </a:ext>
                  </a:extLst>
                </p14:cNvPr>
                <p14:cNvContentPartPr/>
                <p14:nvPr/>
              </p14:nvContentPartPr>
              <p14:xfrm>
                <a:off x="3376691" y="3968762"/>
                <a:ext cx="93960" cy="7920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C51D2BF6-C40D-4C1C-9EE8-FCD93EF2E1F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368051" y="3960122"/>
                  <a:ext cx="1116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287C6C0C-96CE-47AB-8C32-C2744EC6C578}"/>
                    </a:ext>
                  </a:extLst>
                </p14:cNvPr>
                <p14:cNvContentPartPr/>
                <p14:nvPr/>
              </p14:nvContentPartPr>
              <p14:xfrm>
                <a:off x="3482171" y="3936722"/>
                <a:ext cx="83160" cy="12564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C381FA15-9846-432E-9DAC-E17805B5080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473171" y="3927722"/>
                  <a:ext cx="1008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AF861C0D-C1D8-4298-8A34-77D9F9904696}"/>
                    </a:ext>
                  </a:extLst>
                </p14:cNvPr>
                <p14:cNvContentPartPr/>
                <p14:nvPr/>
              </p14:nvContentPartPr>
              <p14:xfrm>
                <a:off x="3456971" y="4123202"/>
                <a:ext cx="70920" cy="4896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EC089FD6-FB35-4373-93C4-EF0A32F9F5D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447971" y="4114562"/>
                  <a:ext cx="885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C0CC3CD5-496B-447D-ACB3-F34075C960A9}"/>
                    </a:ext>
                  </a:extLst>
                </p14:cNvPr>
                <p14:cNvContentPartPr/>
                <p14:nvPr/>
              </p14:nvContentPartPr>
              <p14:xfrm>
                <a:off x="3575771" y="3952562"/>
                <a:ext cx="115920" cy="16884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4713AEFC-400B-4A31-8775-681DF1768B8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567131" y="3943922"/>
                  <a:ext cx="1335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4CFAE81A-1F8F-4B34-ADB3-9E56EBF57A5C}"/>
                    </a:ext>
                  </a:extLst>
                </p14:cNvPr>
                <p14:cNvContentPartPr/>
                <p14:nvPr/>
              </p14:nvContentPartPr>
              <p14:xfrm>
                <a:off x="3609251" y="4149842"/>
                <a:ext cx="159840" cy="74160"/>
              </p14:xfrm>
            </p:contentPart>
          </mc:Choice>
          <mc:Fallback xmlns="">
            <p:pic>
              <p:nvPicPr>
                <p:cNvPr id="8192" name="잉크 8191">
                  <a:extLst>
                    <a:ext uri="{FF2B5EF4-FFF2-40B4-BE49-F238E27FC236}">
                      <a16:creationId xmlns:a16="http://schemas.microsoft.com/office/drawing/2014/main" id="{B7A63758-E664-4B29-9F24-0F53DA947DF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600611" y="4140842"/>
                  <a:ext cx="177480" cy="91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2" name="잉크 31">
                <a:extLst>
                  <a:ext uri="{FF2B5EF4-FFF2-40B4-BE49-F238E27FC236}">
                    <a16:creationId xmlns:a16="http://schemas.microsoft.com/office/drawing/2014/main" id="{CD23F55C-9189-40D0-B0D6-163DDE34D5ED}"/>
                  </a:ext>
                </a:extLst>
              </p14:cNvPr>
              <p14:cNvContentPartPr/>
              <p14:nvPr/>
            </p14:nvContentPartPr>
            <p14:xfrm>
              <a:off x="5255428" y="1881058"/>
              <a:ext cx="900720" cy="40320"/>
            </p14:xfrm>
          </p:contentPart>
        </mc:Choice>
        <mc:Fallback xmlns="">
          <p:pic>
            <p:nvPicPr>
              <p:cNvPr id="32" name="잉크 31">
                <a:extLst>
                  <a:ext uri="{FF2B5EF4-FFF2-40B4-BE49-F238E27FC236}">
                    <a16:creationId xmlns:a16="http://schemas.microsoft.com/office/drawing/2014/main" id="{CD23F55C-9189-40D0-B0D6-163DDE34D5ED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5246428" y="1872058"/>
                <a:ext cx="91836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33" name="잉크 32">
                <a:extLst>
                  <a:ext uri="{FF2B5EF4-FFF2-40B4-BE49-F238E27FC236}">
                    <a16:creationId xmlns:a16="http://schemas.microsoft.com/office/drawing/2014/main" id="{6716526B-BE44-4ED7-A623-245659539B61}"/>
                  </a:ext>
                </a:extLst>
              </p14:cNvPr>
              <p14:cNvContentPartPr/>
              <p14:nvPr/>
            </p14:nvContentPartPr>
            <p14:xfrm>
              <a:off x="4459828" y="1857298"/>
              <a:ext cx="657000" cy="68040"/>
            </p14:xfrm>
          </p:contentPart>
        </mc:Choice>
        <mc:Fallback xmlns="">
          <p:pic>
            <p:nvPicPr>
              <p:cNvPr id="33" name="잉크 32">
                <a:extLst>
                  <a:ext uri="{FF2B5EF4-FFF2-40B4-BE49-F238E27FC236}">
                    <a16:creationId xmlns:a16="http://schemas.microsoft.com/office/drawing/2014/main" id="{6716526B-BE44-4ED7-A623-245659539B61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450828" y="1848345"/>
                <a:ext cx="674640" cy="8558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407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1C7C53-030E-4406-82E6-DC07071518D9}"/>
              </a:ext>
            </a:extLst>
          </p:cNvPr>
          <p:cNvSpPr txBox="1"/>
          <p:nvPr/>
        </p:nvSpPr>
        <p:spPr>
          <a:xfrm>
            <a:off x="2390862" y="1979802"/>
            <a:ext cx="43204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직접 </a:t>
            </a:r>
            <a:r>
              <a:rPr lang="ko-KR" altLang="en-US" dirty="0" err="1"/>
              <a:t>풀어보기</a:t>
            </a:r>
            <a:r>
              <a:rPr lang="ko-KR" altLang="en-US" dirty="0"/>
              <a:t> </a:t>
            </a:r>
            <a:r>
              <a:rPr lang="en-US" altLang="ko-KR" dirty="0"/>
              <a:t>4-3</a:t>
            </a:r>
          </a:p>
          <a:p>
            <a:pPr marL="342900" indent="-342900">
              <a:buFontTx/>
              <a:buAutoNum type="arabicPeriod"/>
            </a:pPr>
            <a:r>
              <a:rPr lang="ko-KR" altLang="en-US" dirty="0"/>
              <a:t>숫자</a:t>
            </a:r>
            <a:r>
              <a:rPr lang="en-US" altLang="ko-KR" dirty="0"/>
              <a:t>1, </a:t>
            </a:r>
            <a:r>
              <a:rPr lang="ko-KR" altLang="en-US" dirty="0"/>
              <a:t>숫자</a:t>
            </a:r>
            <a:r>
              <a:rPr lang="en-US" altLang="ko-KR" dirty="0"/>
              <a:t>2</a:t>
            </a:r>
            <a:r>
              <a:rPr lang="ko-KR" altLang="en-US" dirty="0"/>
              <a:t>는 숫자만 입력</a:t>
            </a:r>
            <a:br>
              <a:rPr lang="en-US" altLang="ko-KR" dirty="0"/>
            </a:br>
            <a:r>
              <a:rPr lang="ko-KR" altLang="en-US" dirty="0"/>
              <a:t>결과값에 토스트 메시지도 같이 출력</a:t>
            </a:r>
          </a:p>
        </p:txBody>
      </p:sp>
    </p:spTree>
    <p:extLst>
      <p:ext uri="{BB962C8B-B14F-4D97-AF65-F5344CB8AC3E}">
        <p14:creationId xmlns:p14="http://schemas.microsoft.com/office/powerpoint/2010/main" val="73016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F560017-A283-4CC1-8F77-2B4DB637E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637" y="304800"/>
            <a:ext cx="3514725" cy="6248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83C1E5-89C4-4305-AB2B-45052A32A3C9}"/>
              </a:ext>
            </a:extLst>
          </p:cNvPr>
          <p:cNvSpPr txBox="1"/>
          <p:nvPr/>
        </p:nvSpPr>
        <p:spPr>
          <a:xfrm>
            <a:off x="1208015" y="3036815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초기 화면</a:t>
            </a:r>
          </a:p>
        </p:txBody>
      </p:sp>
    </p:spTree>
    <p:extLst>
      <p:ext uri="{BB962C8B-B14F-4D97-AF65-F5344CB8AC3E}">
        <p14:creationId xmlns:p14="http://schemas.microsoft.com/office/powerpoint/2010/main" val="2260801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AB9283-7E3D-4725-AF74-117B01F15A27}"/>
              </a:ext>
            </a:extLst>
          </p:cNvPr>
          <p:cNvSpPr txBox="1"/>
          <p:nvPr/>
        </p:nvSpPr>
        <p:spPr>
          <a:xfrm>
            <a:off x="192135" y="2642532"/>
            <a:ext cx="39741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숫자</a:t>
            </a:r>
            <a:r>
              <a:rPr lang="en-US" altLang="ko-KR" dirty="0"/>
              <a:t>1, </a:t>
            </a:r>
            <a:r>
              <a:rPr lang="ko-KR" altLang="en-US" dirty="0"/>
              <a:t>숫자</a:t>
            </a:r>
            <a:r>
              <a:rPr lang="en-US" altLang="ko-KR" dirty="0"/>
              <a:t>2</a:t>
            </a:r>
            <a:r>
              <a:rPr lang="ko-KR" altLang="en-US" dirty="0"/>
              <a:t>는 숫자만 입력</a:t>
            </a:r>
            <a:br>
              <a:rPr lang="en-US" altLang="ko-KR" dirty="0"/>
            </a:br>
            <a:r>
              <a:rPr lang="ko-KR" altLang="en-US" dirty="0"/>
              <a:t>결과값에 토스트 메시지도 같이 출력</a:t>
            </a:r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A21202D-A4E3-4666-AF22-5650FE54D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637" y="304800"/>
            <a:ext cx="3514725" cy="62484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5615F22A-B005-4C01-A9FB-DB13BB6774DD}"/>
                  </a:ext>
                </a:extLst>
              </p14:cNvPr>
              <p14:cNvContentPartPr/>
              <p14:nvPr/>
            </p14:nvContentPartPr>
            <p14:xfrm>
              <a:off x="4028207" y="1210140"/>
              <a:ext cx="227160" cy="86652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5615F22A-B005-4C01-A9FB-DB13BB6774D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19207" y="1201140"/>
                <a:ext cx="244800" cy="88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38550590-97A2-4E12-AA84-489860958175}"/>
                  </a:ext>
                </a:extLst>
              </p14:cNvPr>
              <p14:cNvContentPartPr/>
              <p14:nvPr/>
            </p14:nvContentPartPr>
            <p14:xfrm>
              <a:off x="2220287" y="1368540"/>
              <a:ext cx="111600" cy="13680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38550590-97A2-4E12-AA84-48986095817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11287" y="1359540"/>
                <a:ext cx="12924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92065E27-6B16-475F-AFAD-07A064E9AC9A}"/>
                  </a:ext>
                </a:extLst>
              </p14:cNvPr>
              <p14:cNvContentPartPr/>
              <p14:nvPr/>
            </p14:nvContentPartPr>
            <p14:xfrm>
              <a:off x="2236127" y="1477260"/>
              <a:ext cx="73800" cy="5616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92065E27-6B16-475F-AFAD-07A064E9AC9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27127" y="1468620"/>
                <a:ext cx="9144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509EEBFC-B986-40C2-B6D9-A4EAFF731534}"/>
                  </a:ext>
                </a:extLst>
              </p14:cNvPr>
              <p14:cNvContentPartPr/>
              <p14:nvPr/>
            </p14:nvContentPartPr>
            <p14:xfrm>
              <a:off x="2151887" y="1584540"/>
              <a:ext cx="173880" cy="230760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509EEBFC-B986-40C2-B6D9-A4EAFF73153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142887" y="1575540"/>
                <a:ext cx="19152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D32008AB-444A-4097-BC82-5C34CCADE5F7}"/>
                  </a:ext>
                </a:extLst>
              </p14:cNvPr>
              <p14:cNvContentPartPr/>
              <p14:nvPr/>
            </p14:nvContentPartPr>
            <p14:xfrm>
              <a:off x="2334047" y="1757340"/>
              <a:ext cx="11520" cy="17640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D32008AB-444A-4097-BC82-5C34CCADE5F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325047" y="1748700"/>
                <a:ext cx="2916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3429E5E6-7037-4312-BC47-6F58C9488EB7}"/>
                  </a:ext>
                </a:extLst>
              </p14:cNvPr>
              <p14:cNvContentPartPr/>
              <p14:nvPr/>
            </p14:nvContentPartPr>
            <p14:xfrm>
              <a:off x="2300927" y="1753020"/>
              <a:ext cx="94680" cy="101880"/>
            </p14:xfrm>
          </p:contentPart>
        </mc:Choice>
        <mc:Fallback xmlns=""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3429E5E6-7037-4312-BC47-6F58C9488EB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292287" y="1744380"/>
                <a:ext cx="11232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4506DE19-4154-40F6-9F0C-91815CF8CED9}"/>
                  </a:ext>
                </a:extLst>
              </p14:cNvPr>
              <p14:cNvContentPartPr/>
              <p14:nvPr/>
            </p14:nvContentPartPr>
            <p14:xfrm>
              <a:off x="2408567" y="1588500"/>
              <a:ext cx="145440" cy="164160"/>
            </p14:xfrm>
          </p:contentPart>
        </mc:Choice>
        <mc:Fallback xmlns=""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4506DE19-4154-40F6-9F0C-91815CF8CED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399567" y="1579500"/>
                <a:ext cx="16308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EBD7C990-3AAD-4BD7-968E-D767567F2219}"/>
                  </a:ext>
                </a:extLst>
              </p14:cNvPr>
              <p14:cNvContentPartPr/>
              <p14:nvPr/>
            </p14:nvContentPartPr>
            <p14:xfrm>
              <a:off x="2576687" y="1545300"/>
              <a:ext cx="19080" cy="26856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EBD7C990-3AAD-4BD7-968E-D767567F221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568047" y="1536300"/>
                <a:ext cx="3672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BA813458-D7DD-438D-BB5E-07038C2B26FC}"/>
                  </a:ext>
                </a:extLst>
              </p14:cNvPr>
              <p14:cNvContentPartPr/>
              <p14:nvPr/>
            </p14:nvContentPartPr>
            <p14:xfrm>
              <a:off x="2584607" y="1660860"/>
              <a:ext cx="84240" cy="76680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BA813458-D7DD-438D-BB5E-07038C2B26F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575967" y="1651860"/>
                <a:ext cx="10188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FCA637DA-4388-4156-AA2A-829A7D2B7638}"/>
                  </a:ext>
                </a:extLst>
              </p14:cNvPr>
              <p14:cNvContentPartPr/>
              <p14:nvPr/>
            </p14:nvContentPartPr>
            <p14:xfrm>
              <a:off x="2728967" y="1525140"/>
              <a:ext cx="89640" cy="145440"/>
            </p14:xfrm>
          </p:contentPart>
        </mc:Choice>
        <mc:Fallback xmlns=""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FCA637DA-4388-4156-AA2A-829A7D2B763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720327" y="1516140"/>
                <a:ext cx="10728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1" name="잉크 20">
                <a:extLst>
                  <a:ext uri="{FF2B5EF4-FFF2-40B4-BE49-F238E27FC236}">
                    <a16:creationId xmlns:a16="http://schemas.microsoft.com/office/drawing/2014/main" id="{4DCDE4F5-8DF1-45B4-876C-F09EF01D33DC}"/>
                  </a:ext>
                </a:extLst>
              </p14:cNvPr>
              <p14:cNvContentPartPr/>
              <p14:nvPr/>
            </p14:nvContentPartPr>
            <p14:xfrm>
              <a:off x="2854247" y="1537020"/>
              <a:ext cx="123120" cy="249120"/>
            </p14:xfrm>
          </p:contentPart>
        </mc:Choice>
        <mc:Fallback xmlns="">
          <p:pic>
            <p:nvPicPr>
              <p:cNvPr id="21" name="잉크 20">
                <a:extLst>
                  <a:ext uri="{FF2B5EF4-FFF2-40B4-BE49-F238E27FC236}">
                    <a16:creationId xmlns:a16="http://schemas.microsoft.com/office/drawing/2014/main" id="{4DCDE4F5-8DF1-45B4-876C-F09EF01D33D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845607" y="1528380"/>
                <a:ext cx="1407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CF1D7DCC-4AF6-491C-A412-D156FF17BE72}"/>
                  </a:ext>
                </a:extLst>
              </p14:cNvPr>
              <p14:cNvContentPartPr/>
              <p14:nvPr/>
            </p14:nvContentPartPr>
            <p14:xfrm>
              <a:off x="3140447" y="1485900"/>
              <a:ext cx="58320" cy="136440"/>
            </p14:xfrm>
          </p:contentPart>
        </mc:Choice>
        <mc:Fallback xmlns=""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CF1D7DCC-4AF6-491C-A412-D156FF17BE7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131447" y="1476900"/>
                <a:ext cx="7596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AC46F715-BB2C-4A67-A0AF-B36B6393F71D}"/>
                  </a:ext>
                </a:extLst>
              </p14:cNvPr>
              <p14:cNvContentPartPr/>
              <p14:nvPr/>
            </p14:nvContentPartPr>
            <p14:xfrm>
              <a:off x="3275087" y="1439820"/>
              <a:ext cx="59040" cy="150120"/>
            </p14:xfrm>
          </p:contentPart>
        </mc:Choice>
        <mc:Fallback xmlns=""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AC46F715-BB2C-4A67-A0AF-B36B6393F71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266447" y="1431180"/>
                <a:ext cx="7668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7E9CBE1B-5A95-4170-8E0E-E51702932F2F}"/>
                  </a:ext>
                </a:extLst>
              </p14:cNvPr>
              <p14:cNvContentPartPr/>
              <p14:nvPr/>
            </p14:nvContentPartPr>
            <p14:xfrm>
              <a:off x="3189047" y="1664460"/>
              <a:ext cx="42120" cy="106200"/>
            </p14:xfrm>
          </p:contentPart>
        </mc:Choice>
        <mc:Fallback xmlns=""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7E9CBE1B-5A95-4170-8E0E-E51702932F2F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180047" y="1655460"/>
                <a:ext cx="5976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5" name="잉크 24">
                <a:extLst>
                  <a:ext uri="{FF2B5EF4-FFF2-40B4-BE49-F238E27FC236}">
                    <a16:creationId xmlns:a16="http://schemas.microsoft.com/office/drawing/2014/main" id="{AD488965-2252-4650-876E-723CAAD0B782}"/>
                  </a:ext>
                </a:extLst>
              </p14:cNvPr>
              <p14:cNvContentPartPr/>
              <p14:nvPr/>
            </p14:nvContentPartPr>
            <p14:xfrm>
              <a:off x="3272567" y="1683900"/>
              <a:ext cx="84240" cy="118080"/>
            </p14:xfrm>
          </p:contentPart>
        </mc:Choice>
        <mc:Fallback xmlns="">
          <p:pic>
            <p:nvPicPr>
              <p:cNvPr id="25" name="잉크 24">
                <a:extLst>
                  <a:ext uri="{FF2B5EF4-FFF2-40B4-BE49-F238E27FC236}">
                    <a16:creationId xmlns:a16="http://schemas.microsoft.com/office/drawing/2014/main" id="{AD488965-2252-4650-876E-723CAAD0B782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263927" y="1675260"/>
                <a:ext cx="10188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80410FF8-FD15-4C5D-8687-0D50A6681163}"/>
                  </a:ext>
                </a:extLst>
              </p14:cNvPr>
              <p14:cNvContentPartPr/>
              <p14:nvPr/>
            </p14:nvContentPartPr>
            <p14:xfrm>
              <a:off x="3400007" y="1467540"/>
              <a:ext cx="68760" cy="173880"/>
            </p14:xfrm>
          </p:contentPart>
        </mc:Choice>
        <mc:Fallback xmlns=""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80410FF8-FD15-4C5D-8687-0D50A6681163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391007" y="1458540"/>
                <a:ext cx="8640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2D50D948-4057-460F-8D22-1D700A72BC9E}"/>
                  </a:ext>
                </a:extLst>
              </p14:cNvPr>
              <p14:cNvContentPartPr/>
              <p14:nvPr/>
            </p14:nvContentPartPr>
            <p14:xfrm>
              <a:off x="3493247" y="1485540"/>
              <a:ext cx="111600" cy="404280"/>
            </p14:xfrm>
          </p:contentPart>
        </mc:Choice>
        <mc:Fallback xmlns=""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2D50D948-4057-460F-8D22-1D700A72BC9E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484247" y="1476900"/>
                <a:ext cx="129240" cy="42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7D33D7A0-45A0-40F6-B60D-32A4B376C29A}"/>
                  </a:ext>
                </a:extLst>
              </p14:cNvPr>
              <p14:cNvContentPartPr/>
              <p14:nvPr/>
            </p14:nvContentPartPr>
            <p14:xfrm>
              <a:off x="2662367" y="2047860"/>
              <a:ext cx="141120" cy="142200"/>
            </p14:xfrm>
          </p:contentPart>
        </mc:Choice>
        <mc:Fallback xmlns=""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7D33D7A0-45A0-40F6-B60D-32A4B376C29A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653727" y="2038860"/>
                <a:ext cx="158760" cy="15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그룹 37">
            <a:extLst>
              <a:ext uri="{FF2B5EF4-FFF2-40B4-BE49-F238E27FC236}">
                <a16:creationId xmlns:a16="http://schemas.microsoft.com/office/drawing/2014/main" id="{4F23C7DC-D10C-429B-8B25-6A0456EC7B63}"/>
              </a:ext>
            </a:extLst>
          </p:cNvPr>
          <p:cNvGrpSpPr/>
          <p:nvPr/>
        </p:nvGrpSpPr>
        <p:grpSpPr>
          <a:xfrm>
            <a:off x="2873687" y="1973700"/>
            <a:ext cx="395280" cy="335160"/>
            <a:chOff x="2873687" y="1973700"/>
            <a:chExt cx="395280" cy="33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FD04A087-5334-451E-86D0-2FB192CC4FF2}"/>
                    </a:ext>
                  </a:extLst>
                </p14:cNvPr>
                <p14:cNvContentPartPr/>
                <p14:nvPr/>
              </p14:nvContentPartPr>
              <p14:xfrm>
                <a:off x="2873687" y="1976220"/>
                <a:ext cx="23400" cy="332640"/>
              </p14:xfrm>
            </p:contentPart>
          </mc:Choice>
          <mc:Fallback xmlns=""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FD04A087-5334-451E-86D0-2FB192CC4FF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864687" y="1967580"/>
                  <a:ext cx="4104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B6CF9DC9-F69E-475B-BE58-664544B10224}"/>
                    </a:ext>
                  </a:extLst>
                </p14:cNvPr>
                <p14:cNvContentPartPr/>
                <p14:nvPr/>
              </p14:nvContentPartPr>
              <p14:xfrm>
                <a:off x="2919047" y="2076660"/>
                <a:ext cx="100800" cy="94680"/>
              </p14:xfrm>
            </p:contentPart>
          </mc:Choice>
          <mc:Fallback xmlns=""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B6CF9DC9-F69E-475B-BE58-664544B1022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910407" y="2067660"/>
                  <a:ext cx="1184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5BF580A1-FC3B-4BD5-A876-1482CA7B4986}"/>
                    </a:ext>
                  </a:extLst>
                </p14:cNvPr>
                <p14:cNvContentPartPr/>
                <p14:nvPr/>
              </p14:nvContentPartPr>
              <p14:xfrm>
                <a:off x="3068447" y="1973700"/>
                <a:ext cx="158400" cy="93960"/>
              </p14:xfrm>
            </p:contentPart>
          </mc:Choice>
          <mc:Fallback xmlns=""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5BF580A1-FC3B-4BD5-A876-1482CA7B498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059447" y="1965060"/>
                  <a:ext cx="1760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BC456DE5-DBD7-4DDB-B7BA-50242A39F182}"/>
                    </a:ext>
                  </a:extLst>
                </p14:cNvPr>
                <p14:cNvContentPartPr/>
                <p14:nvPr/>
              </p14:nvContentPartPr>
              <p14:xfrm>
                <a:off x="3092207" y="2129220"/>
                <a:ext cx="176760" cy="155520"/>
              </p14:xfrm>
            </p:contentPart>
          </mc:Choice>
          <mc:Fallback xmlns=""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BC456DE5-DBD7-4DDB-B7BA-50242A39F18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083567" y="2120220"/>
                  <a:ext cx="194400" cy="17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7909AB55-B1CE-49D6-9A2B-D5088CD7214D}"/>
              </a:ext>
            </a:extLst>
          </p:cNvPr>
          <p:cNvGrpSpPr/>
          <p:nvPr/>
        </p:nvGrpSpPr>
        <p:grpSpPr>
          <a:xfrm>
            <a:off x="5909207" y="5491620"/>
            <a:ext cx="1691640" cy="546840"/>
            <a:chOff x="5909207" y="5491620"/>
            <a:chExt cx="1691640" cy="54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D8CC8426-6479-4BE6-84E5-167AD86F2F28}"/>
                    </a:ext>
                  </a:extLst>
                </p14:cNvPr>
                <p14:cNvContentPartPr/>
                <p14:nvPr/>
              </p14:nvContentPartPr>
              <p14:xfrm>
                <a:off x="5909207" y="5491620"/>
                <a:ext cx="680040" cy="546840"/>
              </p14:xfrm>
            </p:contentPart>
          </mc:Choice>
          <mc:Fallback xmlns=""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D8CC8426-6479-4BE6-84E5-167AD86F2F2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900207" y="5482980"/>
                  <a:ext cx="697680" cy="56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46DB6DE6-7373-42BF-9C02-DB6C3A4F7D95}"/>
                    </a:ext>
                  </a:extLst>
                </p14:cNvPr>
                <p14:cNvContentPartPr/>
                <p14:nvPr/>
              </p14:nvContentPartPr>
              <p14:xfrm>
                <a:off x="6735047" y="5580900"/>
                <a:ext cx="133920" cy="23760"/>
              </p14:xfrm>
            </p:contentPart>
          </mc:Choice>
          <mc:Fallback xmlns=""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46DB6DE6-7373-42BF-9C02-DB6C3A4F7D9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726047" y="5572260"/>
                  <a:ext cx="1515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DB54815D-8C26-4BB9-964D-B031C48928A9}"/>
                    </a:ext>
                  </a:extLst>
                </p14:cNvPr>
                <p14:cNvContentPartPr/>
                <p14:nvPr/>
              </p14:nvContentPartPr>
              <p14:xfrm>
                <a:off x="6803807" y="5630580"/>
                <a:ext cx="195480" cy="256320"/>
              </p14:xfrm>
            </p:contentPart>
          </mc:Choice>
          <mc:Fallback xmlns=""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DB54815D-8C26-4BB9-964D-B031C48928A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794807" y="5621940"/>
                  <a:ext cx="2131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CDA366C2-39F3-4A6D-A274-BFB6D34722D0}"/>
                    </a:ext>
                  </a:extLst>
                </p14:cNvPr>
                <p14:cNvContentPartPr/>
                <p14:nvPr/>
              </p14:nvContentPartPr>
              <p14:xfrm>
                <a:off x="7052567" y="5580540"/>
                <a:ext cx="164520" cy="136800"/>
              </p14:xfrm>
            </p:contentPart>
          </mc:Choice>
          <mc:Fallback xmlns=""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CDA366C2-39F3-4A6D-A274-BFB6D34722D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043567" y="5571540"/>
                  <a:ext cx="1821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3626D060-C00D-42D4-9DD2-5ABD26882A8F}"/>
                    </a:ext>
                  </a:extLst>
                </p14:cNvPr>
                <p14:cNvContentPartPr/>
                <p14:nvPr/>
              </p14:nvContentPartPr>
              <p14:xfrm>
                <a:off x="7146167" y="5756580"/>
                <a:ext cx="117720" cy="54000"/>
              </p14:xfrm>
            </p:contentPart>
          </mc:Choice>
          <mc:Fallback xmlns=""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3626D060-C00D-42D4-9DD2-5ABD26882A8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137167" y="5747940"/>
                  <a:ext cx="1353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4EE5FE2C-10E1-49DB-80F7-18879047D33C}"/>
                    </a:ext>
                  </a:extLst>
                </p14:cNvPr>
                <p14:cNvContentPartPr/>
                <p14:nvPr/>
              </p14:nvContentPartPr>
              <p14:xfrm>
                <a:off x="7270367" y="5571900"/>
                <a:ext cx="213840" cy="221040"/>
              </p14:xfrm>
            </p:contentPart>
          </mc:Choice>
          <mc:Fallback xmlns=""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4EE5FE2C-10E1-49DB-80F7-18879047D33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261367" y="5562900"/>
                  <a:ext cx="2314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8EF9E4AA-83CC-459E-A77D-632A1B9BEC15}"/>
                    </a:ext>
                  </a:extLst>
                </p14:cNvPr>
                <p14:cNvContentPartPr/>
                <p14:nvPr/>
              </p14:nvContentPartPr>
              <p14:xfrm>
                <a:off x="7297727" y="5731020"/>
                <a:ext cx="303120" cy="157680"/>
              </p14:xfrm>
            </p:contentPart>
          </mc:Choice>
          <mc:Fallback xmlns=""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8EF9E4AA-83CC-459E-A77D-632A1B9BEC1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289087" y="5722020"/>
                  <a:ext cx="320760" cy="175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62492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83E2E0-BA08-4248-86C8-10295AC41E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self0403_main_org.xml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2693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95ED203-0402-A6EA-A5E1-1F4D06212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695" y="0"/>
            <a:ext cx="4870610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2726CAD4-BEA3-AEAC-F07F-38B80F9C23E3}"/>
                  </a:ext>
                </a:extLst>
              </p14:cNvPr>
              <p14:cNvContentPartPr/>
              <p14:nvPr/>
            </p14:nvContentPartPr>
            <p14:xfrm>
              <a:off x="4819886" y="91131"/>
              <a:ext cx="1240200" cy="36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2726CAD4-BEA3-AEAC-F07F-38B80F9C23E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65886" y="-16509"/>
                <a:ext cx="134784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7678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18F0ACFE-D1C7-376F-F349-A5D23DB0F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007" y="0"/>
            <a:ext cx="37599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994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83E2E0-BA08-4248-86C8-10295AC41E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Self0403_org.java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1638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65689D3-A4E9-A282-DE36-9FA17863C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662" y="366712"/>
            <a:ext cx="5400675" cy="61245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073B5528-7541-2C0F-5FA0-0DC43CA2E3CF}"/>
                  </a:ext>
                </a:extLst>
              </p14:cNvPr>
              <p14:cNvContentPartPr/>
              <p14:nvPr/>
            </p14:nvContentPartPr>
            <p14:xfrm>
              <a:off x="6547713" y="482698"/>
              <a:ext cx="1125720" cy="2196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073B5528-7541-2C0F-5FA0-0DC43CA2E3C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93713" y="374698"/>
                <a:ext cx="123336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18B6B74C-7544-4B80-A17E-DC890E4BBFAB}"/>
                  </a:ext>
                </a:extLst>
              </p14:cNvPr>
              <p14:cNvContentPartPr/>
              <p14:nvPr/>
            </p14:nvContentPartPr>
            <p14:xfrm>
              <a:off x="4014753" y="693298"/>
              <a:ext cx="2216160" cy="1188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18B6B74C-7544-4B80-A17E-DC890E4BBFA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61113" y="585298"/>
                <a:ext cx="232380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CDEBFBC6-2EDD-B10F-DC53-E5966B114889}"/>
                  </a:ext>
                </a:extLst>
              </p14:cNvPr>
              <p14:cNvContentPartPr/>
              <p14:nvPr/>
            </p14:nvContentPartPr>
            <p14:xfrm>
              <a:off x="5013033" y="1502578"/>
              <a:ext cx="882720" cy="1080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CDEBFBC6-2EDD-B10F-DC53-E5966B11488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59393" y="1394578"/>
                <a:ext cx="99036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13E85750-E44B-A3F4-4C29-60EEB69C3EBA}"/>
                  </a:ext>
                </a:extLst>
              </p14:cNvPr>
              <p14:cNvContentPartPr/>
              <p14:nvPr/>
            </p14:nvContentPartPr>
            <p14:xfrm>
              <a:off x="4666353" y="3887578"/>
              <a:ext cx="3238200" cy="1152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13E85750-E44B-A3F4-4C29-60EEB69C3EB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612353" y="3779938"/>
                <a:ext cx="3345840" cy="22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0163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79FB757-8CB5-5882-04CF-F9200B6E5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037" y="0"/>
            <a:ext cx="85419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151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F7A17AA-A8F5-9405-2C06-53721D466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216" y="0"/>
            <a:ext cx="69035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233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56F45EC-6750-FB1B-3BA8-823CE2C4B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175" y="695325"/>
            <a:ext cx="8629650" cy="54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846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45</Words>
  <Application>Microsoft Office PowerPoint</Application>
  <PresentationFormat>와이드스크린</PresentationFormat>
  <Paragraphs>6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함초롬돋움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황 병규</dc:creator>
  <cp:lastModifiedBy>황득영</cp:lastModifiedBy>
  <cp:revision>20</cp:revision>
  <dcterms:created xsi:type="dcterms:W3CDTF">2021-05-08T00:27:13Z</dcterms:created>
  <dcterms:modified xsi:type="dcterms:W3CDTF">2023-07-09T09:46:10Z</dcterms:modified>
</cp:coreProperties>
</file>